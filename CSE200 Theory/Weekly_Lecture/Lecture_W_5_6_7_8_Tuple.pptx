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VjZVEU5PRqisqRu0rwaIkm0QM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1B8F96-173E-4171-B180-C5516745FEBD}">
  <a:tblStyle styleId="{A91B8F96-173E-4171-B180-C5516745FEBD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7"/>
          </a:solidFill>
        </a:fill>
      </a:tcStyle>
    </a:wholeTbl>
    <a:band1H>
      <a:tcTxStyle b="off" i="off"/>
      <a:tcStyle>
        <a:fill>
          <a:solidFill>
            <a:srgbClr val="CAE3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3EF"/>
          </a:solidFill>
        </a:fill>
      </a:tcStyle>
    </a:band1V>
    <a:band2V>
      <a:tcTxStyle b="off" i="off"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enturyGothic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8" Type="http://customschemas.google.com/relationships/presentationmetadata" Target="meta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6" name="Google Shape;16;p20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20"/>
          <p:cNvSpPr txBox="1"/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subTitle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23" name="Google Shape;23;p21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30" name="Google Shape;30;p22"/>
          <p:cNvSpPr/>
          <p:nvPr/>
        </p:nvSpPr>
        <p:spPr>
          <a:xfrm>
            <a:off x="7209816" y="0"/>
            <a:ext cx="4143984" cy="5747660"/>
          </a:xfrm>
          <a:custGeom>
            <a:rect b="b" l="l" r="r" t="t"/>
            <a:pathLst>
              <a:path extrusionOk="0" h="5956080" w="384375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22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ask ID=&#10;Mask position=bottom, center&#10;Mask family= brushstroke, landscape, wide" id="37" name="Google Shape;37;p23"/>
          <p:cNvSpPr/>
          <p:nvPr/>
        </p:nvSpPr>
        <p:spPr>
          <a:xfrm>
            <a:off x="1768100" y="-1"/>
            <a:ext cx="10423900" cy="5920155"/>
          </a:xfrm>
          <a:custGeom>
            <a:rect b="b" l="l" r="r" t="t"/>
            <a:pathLst>
              <a:path extrusionOk="0" h="5491534" w="1042390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46" name="Google Shape;46;p25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" type="body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2" type="body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54" name="Google Shape;54;p26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64" name="Google Shape;64;p27"/>
          <p:cNvSpPr/>
          <p:nvPr/>
        </p:nvSpPr>
        <p:spPr>
          <a:xfrm flipH="1">
            <a:off x="1969639" y="181596"/>
            <a:ext cx="8252722" cy="6022258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27"/>
          <p:cNvSpPr txBox="1"/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0" name="Google Shape;70;p28"/>
          <p:cNvSpPr/>
          <p:nvPr/>
        </p:nvSpPr>
        <p:spPr>
          <a:xfrm>
            <a:off x="4726728" y="0"/>
            <a:ext cx="7472381" cy="6858000"/>
          </a:xfrm>
          <a:custGeom>
            <a:rect b="b" l="l" r="r" t="t"/>
            <a:pathLst>
              <a:path extrusionOk="0" h="6886575" w="7472381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28"/>
          <p:cNvSpPr txBox="1"/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8"/>
          <p:cNvSpPr txBox="1"/>
          <p:nvPr>
            <p:ph idx="2" type="body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8" name="Google Shape;78;p29"/>
          <p:cNvSpPr/>
          <p:nvPr/>
        </p:nvSpPr>
        <p:spPr>
          <a:xfrm>
            <a:off x="684965" y="1332237"/>
            <a:ext cx="5263732" cy="3841102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29"/>
          <p:cNvSpPr txBox="1"/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/>
          <p:nvPr>
            <p:ph idx="2" type="pic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9"/>
          <p:cNvSpPr txBox="1"/>
          <p:nvPr>
            <p:ph idx="1" type="body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"/>
          <p:cNvSpPr txBox="1"/>
          <p:nvPr>
            <p:ph type="ctrTitle"/>
          </p:nvPr>
        </p:nvSpPr>
        <p:spPr>
          <a:xfrm>
            <a:off x="1329446" y="4331242"/>
            <a:ext cx="10100170" cy="682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b="1" lang="en-US" sz="3700"/>
              <a:t>Python – List &amp; Tuples</a:t>
            </a:r>
            <a:endParaRPr/>
          </a:p>
        </p:txBody>
      </p:sp>
      <p:pic>
        <p:nvPicPr>
          <p:cNvPr descr="Aerial view of beach and waves" id="104" name="Google Shape;104;p1"/>
          <p:cNvPicPr preferRelativeResize="0"/>
          <p:nvPr/>
        </p:nvPicPr>
        <p:blipFill rotWithShape="1">
          <a:blip r:embed="rId3">
            <a:alphaModFix/>
          </a:blip>
          <a:srcRect b="32796" l="0" r="0" t="29137"/>
          <a:stretch/>
        </p:blipFill>
        <p:spPr>
          <a:xfrm>
            <a:off x="838201" y="10"/>
            <a:ext cx="10484412" cy="3811394"/>
          </a:xfrm>
          <a:custGeom>
            <a:rect b="b" l="l" r="r" t="t"/>
            <a:pathLst>
              <a:path extrusionOk="0" h="3811404" w="10484412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&#10;&#10;Description automatically generated"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30" y="3590767"/>
            <a:ext cx="2374629" cy="682908"/>
          </a:xfrm>
          <a:custGeom>
            <a:rect b="b" l="l" r="r" t="t"/>
            <a:pathLst>
              <a:path extrusionOk="0" fill="none" h="682908" w="2374629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extrusionOk="0" h="682908" w="2374629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524000" y="5071718"/>
            <a:ext cx="9144000" cy="6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M M Mahbubul syeed, phd. Associate professor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721468" y="2177050"/>
            <a:ext cx="10515600" cy="314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Tuples</a:t>
            </a:r>
            <a:r>
              <a:rPr lang="en-US" sz="2000"/>
              <a:t> – what is it!!??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Why we use tuples?!.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Construction (memory and index) of a tuple.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Tuple operations (basic).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Tuple operations (build in functions).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Tuple operations (tuple functions).</a:t>
            </a:r>
            <a:endParaRPr/>
          </a:p>
        </p:txBody>
      </p:sp>
      <p:pic>
        <p:nvPicPr>
          <p:cNvPr descr="Logo&#10;&#10;Description automatically generated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3"/>
          <p:cNvSpPr/>
          <p:nvPr/>
        </p:nvSpPr>
        <p:spPr>
          <a:xfrm flipH="1">
            <a:off x="0" y="0"/>
            <a:ext cx="5962785" cy="685800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3"/>
          <p:cNvSpPr txBox="1"/>
          <p:nvPr>
            <p:ph type="title"/>
          </p:nvPr>
        </p:nvSpPr>
        <p:spPr>
          <a:xfrm>
            <a:off x="643468" y="643467"/>
            <a:ext cx="462058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i="1" lang="en-US"/>
              <a:t>Tuple</a:t>
            </a:r>
            <a:endParaRPr i="1"/>
          </a:p>
        </p:txBody>
      </p:sp>
      <p:pic>
        <p:nvPicPr>
          <p:cNvPr descr="Logo&#10;&#10;Description automatically generated"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graphicFrame>
        <p:nvGraphicFramePr>
          <p:cNvPr id="125" name="Google Shape;125;p3"/>
          <p:cNvGraphicFramePr/>
          <p:nvPr/>
        </p:nvGraphicFramePr>
        <p:xfrm>
          <a:off x="6606253" y="45352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{A91B8F96-173E-4171-B180-C5516745FEBD}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6" name="Google Shape;126;p3"/>
          <p:cNvSpPr txBox="1"/>
          <p:nvPr/>
        </p:nvSpPr>
        <p:spPr>
          <a:xfrm>
            <a:off x="5663016" y="4265357"/>
            <a:ext cx="673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3"/>
          <p:cNvCxnSpPr>
            <a:stCxn id="126" idx="3"/>
          </p:cNvCxnSpPr>
          <p:nvPr/>
        </p:nvCxnSpPr>
        <p:spPr>
          <a:xfrm>
            <a:off x="6336598" y="4450023"/>
            <a:ext cx="269700" cy="27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" name="Google Shape;128;p3"/>
          <p:cNvSpPr txBox="1"/>
          <p:nvPr/>
        </p:nvSpPr>
        <p:spPr>
          <a:xfrm>
            <a:off x="7764145" y="3307297"/>
            <a:ext cx="3402249" cy="774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tup1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(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What is it?!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534643" y="1611971"/>
            <a:ext cx="10515599" cy="2117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tuple is a sequence of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immutable (that cannot be changed)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Python objects.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Tuples are sequences, just like lists.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main difference between the tuples and the lists is that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7397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tuples cannot be changed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7397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unlike lists. Tuples use parentheses, whereas lists use square brackets.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37" name="Google Shape;137;p4"/>
          <p:cNvSpPr txBox="1"/>
          <p:nvPr/>
        </p:nvSpPr>
        <p:spPr>
          <a:xfrm>
            <a:off x="265783" y="4395161"/>
            <a:ext cx="505876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'physics'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"a"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"d"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" name="Google Shape;138;p4"/>
          <p:cNvGraphicFramePr/>
          <p:nvPr/>
        </p:nvGraphicFramePr>
        <p:xfrm>
          <a:off x="6651287" y="5386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{A91B8F96-173E-4171-B180-C5516745FEBD}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" name="Google Shape;139;p4"/>
          <p:cNvSpPr txBox="1"/>
          <p:nvPr/>
        </p:nvSpPr>
        <p:spPr>
          <a:xfrm>
            <a:off x="5456086" y="5375553"/>
            <a:ext cx="673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4"/>
          <p:cNvCxnSpPr>
            <a:stCxn id="139" idx="3"/>
          </p:cNvCxnSpPr>
          <p:nvPr/>
        </p:nvCxnSpPr>
        <p:spPr>
          <a:xfrm>
            <a:off x="6129668" y="5560219"/>
            <a:ext cx="521700" cy="1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4"/>
          <p:cNvSpPr txBox="1"/>
          <p:nvPr/>
        </p:nvSpPr>
        <p:spPr>
          <a:xfrm>
            <a:off x="9075905" y="4556965"/>
            <a:ext cx="11063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Declare</a:t>
            </a:r>
            <a:endParaRPr/>
          </a:p>
        </p:txBody>
      </p:sp>
      <p:pic>
        <p:nvPicPr>
          <p:cNvPr descr="Logo&#10;&#10;Description automatically generated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9" name="Google Shape;149;p5"/>
          <p:cNvSpPr txBox="1"/>
          <p:nvPr/>
        </p:nvSpPr>
        <p:spPr>
          <a:xfrm>
            <a:off x="449904" y="1690688"/>
            <a:ext cx="532832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'physics'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"a"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"d"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7824281" y="2052935"/>
            <a:ext cx="39178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('physics', 'chemistry', 1997, 2000)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(1, 2, 3, 4, 5)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('a', 'b', 'c', 'd')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9114815" y="1317814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49904" y="3689494"/>
            <a:ext cx="8227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empty tuple is written as two parentheses containing nothing.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49904" y="4864388"/>
            <a:ext cx="112921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write a tuple containing a single value you must include a comma, even though there is only one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05544" y="4181937"/>
            <a:ext cx="5357511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tup_empty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"Empty tuple: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tup_empty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8591189" y="4297405"/>
            <a:ext cx="199173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Empty tuple:  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(50,)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Indexing</a:t>
            </a:r>
            <a:endParaRPr/>
          </a:p>
        </p:txBody>
      </p:sp>
      <p:pic>
        <p:nvPicPr>
          <p:cNvPr descr="Logo&#10;&#10;Description automatically generated"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63" name="Google Shape;163;p6"/>
          <p:cNvSpPr txBox="1"/>
          <p:nvPr/>
        </p:nvSpPr>
        <p:spPr>
          <a:xfrm>
            <a:off x="405946" y="1627470"/>
            <a:ext cx="4723914" cy="8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Tuple indices start at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 (Left to right)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Tuple indices start at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 (right to left)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6"/>
          <p:cNvGraphicFramePr/>
          <p:nvPr/>
        </p:nvGraphicFramePr>
        <p:xfrm>
          <a:off x="7245187" y="3115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{A91B8F96-173E-4171-B180-C5516745FEBD}</a:tableStyleId>
              </a:tblPr>
              <a:tblGrid>
                <a:gridCol w="883975"/>
                <a:gridCol w="883975"/>
                <a:gridCol w="883975"/>
                <a:gridCol w="883975"/>
                <a:gridCol w="88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5" name="Google Shape;165;p6"/>
          <p:cNvSpPr txBox="1"/>
          <p:nvPr/>
        </p:nvSpPr>
        <p:spPr>
          <a:xfrm>
            <a:off x="5229527" y="3126807"/>
            <a:ext cx="6991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6"/>
          <p:cNvCxnSpPr>
            <a:stCxn id="165" idx="3"/>
          </p:cNvCxnSpPr>
          <p:nvPr/>
        </p:nvCxnSpPr>
        <p:spPr>
          <a:xfrm>
            <a:off x="5928712" y="3280696"/>
            <a:ext cx="1316400" cy="1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7" name="Google Shape;167;p6"/>
          <p:cNvSpPr txBox="1"/>
          <p:nvPr/>
        </p:nvSpPr>
        <p:spPr>
          <a:xfrm>
            <a:off x="8902814" y="1792612"/>
            <a:ext cx="9078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8" name="Google Shape;168;p6"/>
          <p:cNvGraphicFramePr/>
          <p:nvPr/>
        </p:nvGraphicFramePr>
        <p:xfrm>
          <a:off x="7245187" y="2559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{A91B8F96-173E-4171-B180-C5516745FEBD}</a:tableStyleId>
              </a:tblPr>
              <a:tblGrid>
                <a:gridCol w="883975"/>
                <a:gridCol w="883975"/>
                <a:gridCol w="883975"/>
                <a:gridCol w="883975"/>
                <a:gridCol w="88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9" name="Google Shape;169;p6"/>
          <p:cNvSpPr txBox="1"/>
          <p:nvPr/>
        </p:nvSpPr>
        <p:spPr>
          <a:xfrm>
            <a:off x="5474264" y="1948859"/>
            <a:ext cx="158787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7062916" y="2302256"/>
            <a:ext cx="110151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1" name="Google Shape;171;p6"/>
          <p:cNvSpPr txBox="1"/>
          <p:nvPr/>
        </p:nvSpPr>
        <p:spPr>
          <a:xfrm>
            <a:off x="10180497" y="4051890"/>
            <a:ext cx="158787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to 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p6"/>
          <p:cNvGraphicFramePr/>
          <p:nvPr/>
        </p:nvGraphicFramePr>
        <p:xfrm>
          <a:off x="7245187" y="36597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{A91B8F96-173E-4171-B180-C5516745FEBD}</a:tableStyleId>
              </a:tblPr>
              <a:tblGrid>
                <a:gridCol w="883975"/>
                <a:gridCol w="883975"/>
                <a:gridCol w="883975"/>
                <a:gridCol w="883975"/>
                <a:gridCol w="88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3" name="Google Shape;173;p6"/>
          <p:cNvCxnSpPr/>
          <p:nvPr/>
        </p:nvCxnSpPr>
        <p:spPr>
          <a:xfrm rot="10800000">
            <a:off x="9356738" y="4380733"/>
            <a:ext cx="1071313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" name="Google Shape;174;p6"/>
          <p:cNvSpPr txBox="1"/>
          <p:nvPr/>
        </p:nvSpPr>
        <p:spPr>
          <a:xfrm>
            <a:off x="10351735" y="1110679"/>
            <a:ext cx="165836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or indices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6"/>
          <p:cNvCxnSpPr>
            <a:stCxn id="174" idx="2"/>
          </p:cNvCxnSpPr>
          <p:nvPr/>
        </p:nvCxnSpPr>
        <p:spPr>
          <a:xfrm flipH="1" rot="-5400000">
            <a:off x="10209669" y="2389706"/>
            <a:ext cx="2426700" cy="484200"/>
          </a:xfrm>
          <a:prstGeom prst="bentConnector4">
            <a:avLst>
              <a:gd fmla="val 22930" name="adj1"/>
              <a:gd fmla="val 180289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6" name="Google Shape;176;p6"/>
          <p:cNvCxnSpPr>
            <a:stCxn id="174" idx="2"/>
          </p:cNvCxnSpPr>
          <p:nvPr/>
        </p:nvCxnSpPr>
        <p:spPr>
          <a:xfrm flipH="1" rot="-5400000">
            <a:off x="10759719" y="1839656"/>
            <a:ext cx="1326600" cy="484200"/>
          </a:xfrm>
          <a:prstGeom prst="bentConnector4">
            <a:avLst>
              <a:gd fmla="val 43013" name="adj1"/>
              <a:gd fmla="val 180289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" name="Google Shape;177;p6"/>
          <p:cNvSpPr txBox="1"/>
          <p:nvPr/>
        </p:nvSpPr>
        <p:spPr>
          <a:xfrm>
            <a:off x="367673" y="3041790"/>
            <a:ext cx="3591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5,6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4787442" y="4648352"/>
            <a:ext cx="228254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(1, 2, 3, 4, 5, 6)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(2, 3)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(3, 4, 5, 6)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(4, 5, 6)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(3, 4, 5)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(3, 4, 5, 6)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984224" y="4078420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Why?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629951" y="1585362"/>
            <a:ext cx="10515599" cy="511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store ordered list of items that requires no change, e.g., employee id, name, gender.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carry out different useful operations on the list, e.g., sorting the marks, find min/max marks or price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Immutable data, meaning accidental change / modification are not possible, e.g., coordinates of a location.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Tuples are stored in a </a:t>
            </a:r>
            <a:r>
              <a:rPr b="0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single block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memory.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Tuples are immutable so; It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doesn't require extra space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store new objects.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574675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is the reason </a:t>
            </a:r>
            <a:r>
              <a:rPr b="0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creating a tuple is faster than List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574675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also explains the </a:t>
            </a:r>
            <a:r>
              <a:rPr b="0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slight difference in indexing speed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faster than lists, because in tuples for indexing it follows fewer pointers.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87" name="Google Shape;1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Update</a:t>
            </a:r>
            <a:endParaRPr/>
          </a:p>
        </p:txBody>
      </p:sp>
      <p:pic>
        <p:nvPicPr>
          <p:cNvPr descr="Logo&#10;&#10;Description automatically generated"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95" name="Google Shape;195;p8"/>
          <p:cNvSpPr txBox="1"/>
          <p:nvPr/>
        </p:nvSpPr>
        <p:spPr>
          <a:xfrm>
            <a:off x="479084" y="1690688"/>
            <a:ext cx="11412821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Tuples are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immutable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which means you </a:t>
            </a:r>
            <a:r>
              <a:rPr b="0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cannot update or change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values of tuple elements.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take portions of the existing tuples to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new tuples.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573121" y="3361583"/>
            <a:ext cx="552287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34.56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'abc'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'xyz'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let's create a new tuple as follows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Following action is not valid for tuples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8992020" y="2651960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7074440" y="3361582"/>
            <a:ext cx="4817465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(12, 34.56, 'abc', 'xyz’)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Traceback (most recent call last):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File "c:\Users\M SYEED\OneDrive - American International University-Bangladesh\Desktop\Lab19\tuple.py", line 11, in &lt;module&gt;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tup1[0] =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TypeError: 'tuple' object does not support item assignment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Delete	</a:t>
            </a:r>
            <a:endParaRPr/>
          </a:p>
        </p:txBody>
      </p:sp>
      <p:pic>
        <p:nvPicPr>
          <p:cNvPr descr="Logo&#10;&#10;Description automatically generated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06" name="Google Shape;206;p9"/>
          <p:cNvSpPr txBox="1"/>
          <p:nvPr/>
        </p:nvSpPr>
        <p:spPr>
          <a:xfrm>
            <a:off x="372081" y="1665790"/>
            <a:ext cx="92972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the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 if you know </a:t>
            </a:r>
            <a:r>
              <a:rPr b="1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exactly which element(s)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deleting.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303987" y="2656473"/>
            <a:ext cx="4618210" cy="2939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34.56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'abc'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'xyz'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delete entire tuple is allowed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delete single item is not allowed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'After deleting..'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7995134" y="2395632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5778229" y="3163220"/>
            <a:ext cx="610978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Traceback (most recent call last):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File "c:\Users\M SYEED\OneDrive - American International University-Bangladesh\Desktop\Lab19\tuple.py", line 8, in &lt;module&gt;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del(tup1[0])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TypeError: 'tuple' object doesn't support item deletion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Basic Operations	</a:t>
            </a:r>
            <a:endParaRPr/>
          </a:p>
        </p:txBody>
      </p:sp>
      <p:pic>
        <p:nvPicPr>
          <p:cNvPr descr="Logo&#10;&#10;Description automatically generated"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235" y="1786708"/>
            <a:ext cx="9822241" cy="472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>
            <p:ph type="title"/>
          </p:nvPr>
        </p:nvSpPr>
        <p:spPr>
          <a:xfrm>
            <a:off x="225358" y="154634"/>
            <a:ext cx="8840821" cy="763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en-US" sz="3600"/>
              <a:t>Tuple – Basic Operations	</a:t>
            </a:r>
            <a:endParaRPr/>
          </a:p>
        </p:txBody>
      </p:sp>
      <p:pic>
        <p:nvPicPr>
          <p:cNvPr descr="Logo&#10;&#10;Description automatically generated"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25" name="Google Shape;225;p11"/>
          <p:cNvSpPr txBox="1"/>
          <p:nvPr/>
        </p:nvSpPr>
        <p:spPr>
          <a:xfrm>
            <a:off x="343712" y="1077434"/>
            <a:ext cx="6854756" cy="5709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'physics'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'Raining!'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1976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'Total items in tuple: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intuple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'is chemistry in the tuple: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intuple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b="0" i="0" lang="en-US" sz="15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\n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 tup id: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'tup id: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'tup2 id: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'list2 id: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8398503" y="1934263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6788286" y="2590761"/>
            <a:ext cx="547829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items in tuple: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chemistry in the tuple: 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physics chemistry 1997 2000 Raining! 1976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tup id:  2414962255968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('physics', 'chemistry', 1997, 2000, 'Raining!', 1976, 1,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 id:  2414962623424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tup2 id:  2414962615616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(1, 2, 1, 2, 1, 2)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list2 id:  2414962257312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>
            <a:off x="6533901" y="2363846"/>
            <a:ext cx="22541" cy="449415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/>
          <p:nvPr>
            <p:ph type="title"/>
          </p:nvPr>
        </p:nvSpPr>
        <p:spPr>
          <a:xfrm>
            <a:off x="643467" y="643467"/>
            <a:ext cx="5222311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br>
              <a:rPr b="1" i="1" lang="en-US"/>
            </a:br>
            <a:r>
              <a:rPr b="1" i="1" lang="en-US"/>
              <a:t>Built in Functions</a:t>
            </a:r>
            <a:endParaRPr i="1"/>
          </a:p>
        </p:txBody>
      </p:sp>
      <p:pic>
        <p:nvPicPr>
          <p:cNvPr descr="Logo&#10;&#10;Description automatically generated" id="235" name="Google Shape;2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Tuple – Built in function	</a:t>
            </a:r>
            <a:endParaRPr/>
          </a:p>
        </p:txBody>
      </p:sp>
      <p:pic>
        <p:nvPicPr>
          <p:cNvPr descr="Logo&#10;&#10;Description automatically generated" id="242" name="Google Shape;2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43" name="Google Shape;2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0786" y="1690688"/>
            <a:ext cx="7300593" cy="49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>
            <p:ph type="title"/>
          </p:nvPr>
        </p:nvSpPr>
        <p:spPr>
          <a:xfrm>
            <a:off x="300094" y="0"/>
            <a:ext cx="10515600" cy="87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entury Gothic"/>
              <a:buNone/>
            </a:pPr>
            <a:r>
              <a:rPr lang="en-US" sz="3500"/>
              <a:t>Tuple – Built in function	</a:t>
            </a:r>
            <a:endParaRPr/>
          </a:p>
        </p:txBody>
      </p:sp>
      <p:pic>
        <p:nvPicPr>
          <p:cNvPr descr="Logo&#10;&#10;Description automatically generated" id="250" name="Google Shape;2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51" name="Google Shape;251;p14"/>
          <p:cNvSpPr txBox="1"/>
          <p:nvPr/>
        </p:nvSpPr>
        <p:spPr>
          <a:xfrm>
            <a:off x="222273" y="1108955"/>
            <a:ext cx="6917829" cy="5581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'C++'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456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700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'Total items in list: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"Max value element 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"Max value element 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"Min value element 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"Min value element 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123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'C++'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"Before conversion: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convertedToTuple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"After conversion: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convertedToTuple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"Hello World"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"Before conversion: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strToTuple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"After Conversion 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strToTuple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8978630" y="1177049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6913776" y="2280020"/>
            <a:ext cx="5055951" cy="340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items in list: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value element : 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value element :  700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value element : 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value element :  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Before conversion:  [123, 'C++', 'Java', 'Python']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conversion:  (123, 'C++', 'Java', 'Python')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Before conversion:  Hello World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Conversion :  ('H', 'e', 'l', 'l', 'o', ' ', 'W', 'o', 'r', 'l', 'd')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14"/>
          <p:cNvCxnSpPr/>
          <p:nvPr/>
        </p:nvCxnSpPr>
        <p:spPr>
          <a:xfrm>
            <a:off x="6721813" y="1721796"/>
            <a:ext cx="0" cy="5146727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Tuple</a:t>
            </a:r>
            <a:br>
              <a:rPr b="1" lang="en-US"/>
            </a:br>
            <a:r>
              <a:rPr b="1" lang="en-US"/>
              <a:t>Exercise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 txBox="1"/>
          <p:nvPr>
            <p:ph type="title"/>
          </p:nvPr>
        </p:nvSpPr>
        <p:spPr>
          <a:xfrm>
            <a:off x="390728" y="365125"/>
            <a:ext cx="10515600" cy="773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Check Your understanding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206711" y="1308132"/>
            <a:ext cx="7662965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'apple'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4.89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'Abdullah'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'Dhaka'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tuple1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tuple1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'tup: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'tuple1: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tuple1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'id of tup: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6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\n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Id of tuple1: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tuple1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'hello'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'id of tup: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6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\n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Id of tuple1: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tuple1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tuple1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'pineapple'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'tuple1: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tuple1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6"/>
          <p:cNvCxnSpPr/>
          <p:nvPr/>
        </p:nvCxnSpPr>
        <p:spPr>
          <a:xfrm>
            <a:off x="7869676" y="1741251"/>
            <a:ext cx="0" cy="511674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16"/>
          <p:cNvSpPr txBox="1"/>
          <p:nvPr/>
        </p:nvSpPr>
        <p:spPr>
          <a:xfrm>
            <a:off x="9572308" y="938800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"/>
          <p:cNvSpPr txBox="1"/>
          <p:nvPr/>
        </p:nvSpPr>
        <p:spPr>
          <a:xfrm>
            <a:off x="741733" y="1002827"/>
            <a:ext cx="8363355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 = ('physics', 2001, 'chemistry', 1997, 'Rainy day!', 1976)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 (len(tup))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intuple = 'programming' in 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print('Is programming in the tuple: ', intuple)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item in tup: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print(item, end =' ‘)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print(tup)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tup2 = (1,2)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 = tup + tup2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print(tup)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tup2 = tup2*3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print(tup2)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tup_merged = tup[-4:] + tup2[3:5]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print(tup_merged)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print(tup_merged[2:5])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/>
        </p:nvSpPr>
        <p:spPr>
          <a:xfrm>
            <a:off x="525293" y="743292"/>
            <a:ext cx="61606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accomplish the followings: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525293" y="1498059"/>
            <a:ext cx="10976082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tuple with name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insert 10 numbers in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tuple with name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cities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insert 5 name of the cities.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tuple with name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mixed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insert following values: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apple, 75, 4.89, Abdullah, Dhaka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print values from all the tuples.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the minimum, maximum and avg from the tuple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numbers,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print them.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Get the summation of the numbers from tuple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mixed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print the summation result.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Change the value “apple”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mixed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tuple to “orange”.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Merge the two tuples'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cities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together and print values of the new list.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many items are there in the new tuple? Show the total number of items.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2021-11-24T14:43:08Z</dcterms:created>
  <dc:creator>M.M. Mahbubul Syeed</dc:creator>
</cp:coreProperties>
</file>