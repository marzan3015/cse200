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9144000"/>
  <p:embeddedFontLst>
    <p:embeddedFont>
      <p:font typeface="Century Gothic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jBOScW+hoRltpbnp96UR8QuulVN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enturyGothic-bold.fntdata"/><Relationship Id="rId11" Type="http://schemas.openxmlformats.org/officeDocument/2006/relationships/slide" Target="slides/slide7.xml"/><Relationship Id="rId22" Type="http://schemas.openxmlformats.org/officeDocument/2006/relationships/font" Target="fonts/CenturyGothic-boldItalic.fntdata"/><Relationship Id="rId10" Type="http://schemas.openxmlformats.org/officeDocument/2006/relationships/slide" Target="slides/slide6.xml"/><Relationship Id="rId21" Type="http://schemas.openxmlformats.org/officeDocument/2006/relationships/font" Target="fonts/CenturyGothic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CenturyGothic-regular.fnt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" name="Google Shape;90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" name="Google Shape;135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" name="Google Shape;143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" name="Google Shape;152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0" name="Google Shape;170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8" name="Google Shape;178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6" name="Google Shape;186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4" name="Google Shape;194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Tag=AccentColor&#10;Flavor=Light&#10;Target=Fill" id="12" name="Google Shape;12;p34"/>
          <p:cNvSpPr/>
          <p:nvPr/>
        </p:nvSpPr>
        <p:spPr>
          <a:xfrm flipH="1">
            <a:off x="2599854" y="527562"/>
            <a:ext cx="6992292" cy="5102484"/>
          </a:xfrm>
          <a:custGeom>
            <a:rect b="b" l="l" r="r" t="t"/>
            <a:pathLst>
              <a:path extrusionOk="0" h="5025119" w="6886274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" name="Google Shape;13;p34"/>
          <p:cNvSpPr txBox="1"/>
          <p:nvPr>
            <p:ph type="ctrTitle"/>
          </p:nvPr>
        </p:nvSpPr>
        <p:spPr>
          <a:xfrm>
            <a:off x="1508760" y="1591056"/>
            <a:ext cx="5705856" cy="32644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entury Gothic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4"/>
          <p:cNvSpPr txBox="1"/>
          <p:nvPr>
            <p:ph idx="1" type="subTitle"/>
          </p:nvPr>
        </p:nvSpPr>
        <p:spPr>
          <a:xfrm>
            <a:off x="1524000" y="4928616"/>
            <a:ext cx="5705856" cy="9966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cap="none"/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5" name="Google Shape;15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Tag=AccentColor&#10;Flavor=Light&#10;Target=Fill" id="19" name="Google Shape;19;p35"/>
          <p:cNvSpPr/>
          <p:nvPr/>
        </p:nvSpPr>
        <p:spPr>
          <a:xfrm flipH="1">
            <a:off x="1" y="315111"/>
            <a:ext cx="3021543" cy="1435442"/>
          </a:xfrm>
          <a:custGeom>
            <a:rect b="b" l="l" r="r" t="t"/>
            <a:pathLst>
              <a:path extrusionOk="0" h="1435442" w="3021543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" name="Google Shape;20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5"/>
          <p:cNvSpPr txBox="1"/>
          <p:nvPr>
            <p:ph idx="1" type="body"/>
          </p:nvPr>
        </p:nvSpPr>
        <p:spPr>
          <a:xfrm>
            <a:off x="838200" y="2011680"/>
            <a:ext cx="10515600" cy="4160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Tag=AccentColor&#10;Flavor=Light&#10;Target=Fill" id="26" name="Google Shape;26;p36"/>
          <p:cNvSpPr/>
          <p:nvPr/>
        </p:nvSpPr>
        <p:spPr>
          <a:xfrm>
            <a:off x="7209816" y="0"/>
            <a:ext cx="4143984" cy="5747660"/>
          </a:xfrm>
          <a:custGeom>
            <a:rect b="b" l="l" r="r" t="t"/>
            <a:pathLst>
              <a:path extrusionOk="0" h="5956080" w="3843750">
                <a:moveTo>
                  <a:pt x="0" y="346"/>
                </a:moveTo>
                <a:cubicBezTo>
                  <a:pt x="12120" y="1234155"/>
                  <a:pt x="72720" y="2447534"/>
                  <a:pt x="72373" y="2447534"/>
                </a:cubicBezTo>
                <a:cubicBezTo>
                  <a:pt x="72720" y="2449265"/>
                  <a:pt x="114274" y="3641520"/>
                  <a:pt x="145093" y="3878724"/>
                </a:cubicBezTo>
                <a:cubicBezTo>
                  <a:pt x="176258" y="4119392"/>
                  <a:pt x="210194" y="3969797"/>
                  <a:pt x="237897" y="4208041"/>
                </a:cubicBezTo>
                <a:cubicBezTo>
                  <a:pt x="250017" y="4367677"/>
                  <a:pt x="237204" y="4527661"/>
                  <a:pt x="281875" y="4677601"/>
                </a:cubicBezTo>
                <a:cubicBezTo>
                  <a:pt x="278758" y="4908226"/>
                  <a:pt x="338319" y="5059552"/>
                  <a:pt x="360135" y="5287407"/>
                </a:cubicBezTo>
                <a:cubicBezTo>
                  <a:pt x="370177" y="5468860"/>
                  <a:pt x="348015" y="5649274"/>
                  <a:pt x="414155" y="5817914"/>
                </a:cubicBezTo>
                <a:cubicBezTo>
                  <a:pt x="467137" y="5947770"/>
                  <a:pt x="534662" y="6049578"/>
                  <a:pt x="681487" y="5914873"/>
                </a:cubicBezTo>
                <a:cubicBezTo>
                  <a:pt x="680448" y="5747964"/>
                  <a:pt x="925963" y="5772897"/>
                  <a:pt x="892373" y="5605295"/>
                </a:cubicBezTo>
                <a:cubicBezTo>
                  <a:pt x="1003184" y="5641309"/>
                  <a:pt x="945009" y="5759046"/>
                  <a:pt x="1027770" y="5804063"/>
                </a:cubicBezTo>
                <a:cubicBezTo>
                  <a:pt x="1099105" y="5719915"/>
                  <a:pt x="1051664" y="5551968"/>
                  <a:pt x="1200566" y="5527036"/>
                </a:cubicBezTo>
                <a:cubicBezTo>
                  <a:pt x="1352931" y="5564088"/>
                  <a:pt x="1336655" y="5453970"/>
                  <a:pt x="1348083" y="5363590"/>
                </a:cubicBezTo>
                <a:cubicBezTo>
                  <a:pt x="1370938" y="5149586"/>
                  <a:pt x="1389291" y="5009687"/>
                  <a:pt x="1425997" y="4800532"/>
                </a:cubicBezTo>
                <a:cubicBezTo>
                  <a:pt x="1436385" y="4748243"/>
                  <a:pt x="1415608" y="4628775"/>
                  <a:pt x="1517416" y="4640549"/>
                </a:cubicBezTo>
                <a:cubicBezTo>
                  <a:pt x="1596022" y="4651976"/>
                  <a:pt x="1566242" y="4746512"/>
                  <a:pt x="1569705" y="4803995"/>
                </a:cubicBezTo>
                <a:cubicBezTo>
                  <a:pt x="1600177" y="5128809"/>
                  <a:pt x="1532998" y="5109763"/>
                  <a:pt x="1530921" y="5433885"/>
                </a:cubicBezTo>
                <a:cubicBezTo>
                  <a:pt x="1530574" y="5446697"/>
                  <a:pt x="1580786" y="5458125"/>
                  <a:pt x="1614721" y="5319957"/>
                </a:cubicBezTo>
                <a:cubicBezTo>
                  <a:pt x="1681208" y="5047432"/>
                  <a:pt x="1760507" y="4832736"/>
                  <a:pt x="1800676" y="4608691"/>
                </a:cubicBezTo>
                <a:cubicBezTo>
                  <a:pt x="1848463" y="4656824"/>
                  <a:pt x="1889671" y="4439704"/>
                  <a:pt x="1918759" y="4486799"/>
                </a:cubicBezTo>
                <a:cubicBezTo>
                  <a:pt x="1932264" y="4566098"/>
                  <a:pt x="1956503" y="4642626"/>
                  <a:pt x="2009139" y="4715000"/>
                </a:cubicBezTo>
                <a:cubicBezTo>
                  <a:pt x="2054502" y="4933851"/>
                  <a:pt x="2004983" y="5137812"/>
                  <a:pt x="2135532" y="5321689"/>
                </a:cubicBezTo>
                <a:cubicBezTo>
                  <a:pt x="2135532" y="5321689"/>
                  <a:pt x="2137610" y="5265245"/>
                  <a:pt x="2209291" y="5028733"/>
                </a:cubicBezTo>
                <a:cubicBezTo>
                  <a:pt x="2267120" y="4838277"/>
                  <a:pt x="2341225" y="4936622"/>
                  <a:pt x="2501208" y="4457711"/>
                </a:cubicBezTo>
                <a:cubicBezTo>
                  <a:pt x="2545186" y="4641934"/>
                  <a:pt x="2446495" y="4877753"/>
                  <a:pt x="2695127" y="4973674"/>
                </a:cubicBezTo>
                <a:cubicBezTo>
                  <a:pt x="2743260" y="4833775"/>
                  <a:pt x="2706208" y="4662365"/>
                  <a:pt x="2825329" y="4563328"/>
                </a:cubicBezTo>
                <a:cubicBezTo>
                  <a:pt x="2859958" y="4534586"/>
                  <a:pt x="2884890" y="4501689"/>
                  <a:pt x="2904628" y="4466368"/>
                </a:cubicBezTo>
                <a:cubicBezTo>
                  <a:pt x="2910515" y="4484375"/>
                  <a:pt x="2916749" y="4503074"/>
                  <a:pt x="2922635" y="4519696"/>
                </a:cubicBezTo>
                <a:cubicBezTo>
                  <a:pt x="2946529" y="4491647"/>
                  <a:pt x="3082618" y="3784882"/>
                  <a:pt x="3089544" y="3606545"/>
                </a:cubicBezTo>
                <a:cubicBezTo>
                  <a:pt x="3124172" y="3733285"/>
                  <a:pt x="3150490" y="3989882"/>
                  <a:pt x="3150490" y="3989882"/>
                </a:cubicBezTo>
                <a:cubicBezTo>
                  <a:pt x="3150490" y="3989882"/>
                  <a:pt x="3300085" y="3936900"/>
                  <a:pt x="3755448" y="1538193"/>
                </a:cubicBezTo>
                <a:cubicBezTo>
                  <a:pt x="3791461" y="1348775"/>
                  <a:pt x="3824704" y="697762"/>
                  <a:pt x="385033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" name="Google Shape;27;p36"/>
          <p:cNvSpPr txBox="1"/>
          <p:nvPr>
            <p:ph type="title"/>
          </p:nvPr>
        </p:nvSpPr>
        <p:spPr>
          <a:xfrm>
            <a:off x="831850" y="1078991"/>
            <a:ext cx="5266944" cy="313639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entury Gothic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6"/>
          <p:cNvSpPr txBox="1"/>
          <p:nvPr>
            <p:ph idx="1" type="body"/>
          </p:nvPr>
        </p:nvSpPr>
        <p:spPr>
          <a:xfrm>
            <a:off x="831850" y="4279392"/>
            <a:ext cx="5266944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cap="none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9" name="Google Shape;29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Tag=AccentColor&#10;Flavor=Light&#10;Target=Fill" id="33" name="Google Shape;33;p38"/>
          <p:cNvSpPr/>
          <p:nvPr/>
        </p:nvSpPr>
        <p:spPr>
          <a:xfrm flipH="1">
            <a:off x="1" y="315111"/>
            <a:ext cx="3021543" cy="1435442"/>
          </a:xfrm>
          <a:custGeom>
            <a:rect b="b" l="l" r="r" t="t"/>
            <a:pathLst>
              <a:path extrusionOk="0" h="1435442" w="3021543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4" name="Google Shape;34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8"/>
          <p:cNvSpPr txBox="1"/>
          <p:nvPr>
            <p:ph idx="1" type="body"/>
          </p:nvPr>
        </p:nvSpPr>
        <p:spPr>
          <a:xfrm>
            <a:off x="838200" y="2011680"/>
            <a:ext cx="4937760" cy="4160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38"/>
          <p:cNvSpPr txBox="1"/>
          <p:nvPr>
            <p:ph idx="2" type="body"/>
          </p:nvPr>
        </p:nvSpPr>
        <p:spPr>
          <a:xfrm>
            <a:off x="6419088" y="2011680"/>
            <a:ext cx="4937760" cy="4160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Tag=AccentColor&#10;Flavor=Light&#10;Target=Fill" id="41" name="Google Shape;41;p39"/>
          <p:cNvSpPr/>
          <p:nvPr/>
        </p:nvSpPr>
        <p:spPr>
          <a:xfrm flipH="1">
            <a:off x="1" y="315111"/>
            <a:ext cx="3021543" cy="1435442"/>
          </a:xfrm>
          <a:custGeom>
            <a:rect b="b" l="l" r="r" t="t"/>
            <a:pathLst>
              <a:path extrusionOk="0" h="1435442" w="3021543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" name="Google Shape;42;p3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9"/>
          <p:cNvSpPr txBox="1"/>
          <p:nvPr>
            <p:ph idx="1" type="body"/>
          </p:nvPr>
        </p:nvSpPr>
        <p:spPr>
          <a:xfrm>
            <a:off x="839788" y="2011680"/>
            <a:ext cx="4937760" cy="95097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39"/>
          <p:cNvSpPr txBox="1"/>
          <p:nvPr>
            <p:ph idx="2" type="body"/>
          </p:nvPr>
        </p:nvSpPr>
        <p:spPr>
          <a:xfrm>
            <a:off x="839788" y="3127248"/>
            <a:ext cx="4937760" cy="3063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39"/>
          <p:cNvSpPr txBox="1"/>
          <p:nvPr>
            <p:ph idx="3" type="body"/>
          </p:nvPr>
        </p:nvSpPr>
        <p:spPr>
          <a:xfrm>
            <a:off x="6419088" y="2011680"/>
            <a:ext cx="4937760" cy="95097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39"/>
          <p:cNvSpPr txBox="1"/>
          <p:nvPr>
            <p:ph idx="4" type="body"/>
          </p:nvPr>
        </p:nvSpPr>
        <p:spPr>
          <a:xfrm>
            <a:off x="6419088" y="3127248"/>
            <a:ext cx="4937760" cy="3063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Tag=AccentColor&#10;Flavor=Light&#10;Target=Fill" id="51" name="Google Shape;51;p40"/>
          <p:cNvSpPr/>
          <p:nvPr/>
        </p:nvSpPr>
        <p:spPr>
          <a:xfrm flipH="1">
            <a:off x="1969639" y="181596"/>
            <a:ext cx="8252722" cy="6022258"/>
          </a:xfrm>
          <a:custGeom>
            <a:rect b="b" l="l" r="r" t="t"/>
            <a:pathLst>
              <a:path extrusionOk="0" h="5025119" w="6886274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2" name="Google Shape;52;p40"/>
          <p:cNvSpPr txBox="1"/>
          <p:nvPr>
            <p:ph type="title"/>
          </p:nvPr>
        </p:nvSpPr>
        <p:spPr>
          <a:xfrm>
            <a:off x="2843784" y="1572768"/>
            <a:ext cx="6501384" cy="4096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 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Tag=AccentColor&#10;Flavor=Light&#10;Target=Fill" id="61" name="Google Shape;61;p42"/>
          <p:cNvSpPr/>
          <p:nvPr/>
        </p:nvSpPr>
        <p:spPr>
          <a:xfrm>
            <a:off x="4726728" y="0"/>
            <a:ext cx="7472381" cy="6858000"/>
          </a:xfrm>
          <a:custGeom>
            <a:rect b="b" l="l" r="r" t="t"/>
            <a:pathLst>
              <a:path extrusionOk="0" h="6886575" w="7472381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2" name="Google Shape;62;p42"/>
          <p:cNvSpPr txBox="1"/>
          <p:nvPr>
            <p:ph type="title"/>
          </p:nvPr>
        </p:nvSpPr>
        <p:spPr>
          <a:xfrm>
            <a:off x="839788" y="640080"/>
            <a:ext cx="3886200" cy="29535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2"/>
          <p:cNvSpPr txBox="1"/>
          <p:nvPr>
            <p:ph idx="1" type="body"/>
          </p:nvPr>
        </p:nvSpPr>
        <p:spPr>
          <a:xfrm>
            <a:off x="7059168" y="640080"/>
            <a:ext cx="4489704" cy="5596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4" name="Google Shape;64;p42"/>
          <p:cNvSpPr txBox="1"/>
          <p:nvPr>
            <p:ph idx="2" type="body"/>
          </p:nvPr>
        </p:nvSpPr>
        <p:spPr>
          <a:xfrm>
            <a:off x="839788" y="3776472"/>
            <a:ext cx="388620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Tag=AccentColor&#10;Flavor=Light&#10;Target=Fill" id="69" name="Google Shape;69;p43"/>
          <p:cNvSpPr/>
          <p:nvPr/>
        </p:nvSpPr>
        <p:spPr>
          <a:xfrm>
            <a:off x="684965" y="1332237"/>
            <a:ext cx="5263732" cy="3841102"/>
          </a:xfrm>
          <a:custGeom>
            <a:rect b="b" l="l" r="r" t="t"/>
            <a:pathLst>
              <a:path extrusionOk="0" h="5025119" w="6886274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0" name="Google Shape;70;p43"/>
          <p:cNvSpPr txBox="1"/>
          <p:nvPr>
            <p:ph type="title"/>
          </p:nvPr>
        </p:nvSpPr>
        <p:spPr>
          <a:xfrm>
            <a:off x="1399032" y="2523744"/>
            <a:ext cx="3831336" cy="14538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3"/>
          <p:cNvSpPr/>
          <p:nvPr>
            <p:ph idx="2" type="pic"/>
          </p:nvPr>
        </p:nvSpPr>
        <p:spPr>
          <a:xfrm>
            <a:off x="6711696" y="640079"/>
            <a:ext cx="4837176" cy="5568696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43"/>
          <p:cNvSpPr txBox="1"/>
          <p:nvPr>
            <p:ph idx="1" type="body"/>
          </p:nvPr>
        </p:nvSpPr>
        <p:spPr>
          <a:xfrm>
            <a:off x="1655064" y="4087368"/>
            <a:ext cx="3319272" cy="6492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cap="none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3" name="Google Shape;73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4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  <a:defRPr b="0" i="0" sz="4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8" name="Google Shape;8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9" name="Google Shape;9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0" name="Google Shape;10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3" name="Google Shape;93;p1"/>
          <p:cNvSpPr txBox="1"/>
          <p:nvPr>
            <p:ph type="ctrTitle"/>
          </p:nvPr>
        </p:nvSpPr>
        <p:spPr>
          <a:xfrm>
            <a:off x="1329446" y="4331242"/>
            <a:ext cx="10100170" cy="6829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Century Gothic"/>
              <a:buNone/>
            </a:pPr>
            <a:r>
              <a:rPr b="1" lang="en-US" sz="3700"/>
              <a:t>Python – Sets</a:t>
            </a:r>
            <a:endParaRPr b="1" sz="3700"/>
          </a:p>
        </p:txBody>
      </p:sp>
      <p:pic>
        <p:nvPicPr>
          <p:cNvPr descr="Aerial view of beach and waves" id="94" name="Google Shape;94;p1"/>
          <p:cNvPicPr preferRelativeResize="0"/>
          <p:nvPr/>
        </p:nvPicPr>
        <p:blipFill rotWithShape="1">
          <a:blip r:embed="rId3">
            <a:alphaModFix/>
          </a:blip>
          <a:srcRect b="32796" l="0" r="0" t="29137"/>
          <a:stretch/>
        </p:blipFill>
        <p:spPr>
          <a:xfrm>
            <a:off x="838201" y="10"/>
            <a:ext cx="10484412" cy="3811394"/>
          </a:xfrm>
          <a:custGeom>
            <a:rect b="b" l="l" r="r" t="t"/>
            <a:pathLst>
              <a:path extrusionOk="0" h="3811404" w="10484412">
                <a:moveTo>
                  <a:pt x="0" y="3811403"/>
                </a:moveTo>
                <a:lnTo>
                  <a:pt x="10484412" y="3811403"/>
                </a:lnTo>
                <a:lnTo>
                  <a:pt x="10484412" y="3811404"/>
                </a:lnTo>
                <a:lnTo>
                  <a:pt x="0" y="3811404"/>
                </a:lnTo>
                <a:close/>
                <a:moveTo>
                  <a:pt x="181717" y="0"/>
                </a:moveTo>
                <a:lnTo>
                  <a:pt x="10224015" y="0"/>
                </a:lnTo>
                <a:cubicBezTo>
                  <a:pt x="10261561" y="45054"/>
                  <a:pt x="10301611" y="85103"/>
                  <a:pt x="10369193" y="110134"/>
                </a:cubicBezTo>
                <a:cubicBezTo>
                  <a:pt x="10321635" y="167704"/>
                  <a:pt x="10236530" y="182722"/>
                  <a:pt x="10173954" y="222771"/>
                </a:cubicBezTo>
                <a:cubicBezTo>
                  <a:pt x="10168948" y="255310"/>
                  <a:pt x="10269071" y="245298"/>
                  <a:pt x="10241537" y="317887"/>
                </a:cubicBezTo>
                <a:cubicBezTo>
                  <a:pt x="10206494" y="418008"/>
                  <a:pt x="10241537" y="528142"/>
                  <a:pt x="10071328" y="573196"/>
                </a:cubicBezTo>
                <a:cubicBezTo>
                  <a:pt x="10023770" y="668312"/>
                  <a:pt x="10008751" y="820997"/>
                  <a:pt x="10113880" y="913610"/>
                </a:cubicBezTo>
                <a:cubicBezTo>
                  <a:pt x="10271573" y="1048774"/>
                  <a:pt x="10244040" y="1138885"/>
                  <a:pt x="10036285" y="1216478"/>
                </a:cubicBezTo>
                <a:cubicBezTo>
                  <a:pt x="10011255" y="1226491"/>
                  <a:pt x="9978715" y="1231497"/>
                  <a:pt x="9966200" y="1256528"/>
                </a:cubicBezTo>
                <a:cubicBezTo>
                  <a:pt x="9986224" y="1289067"/>
                  <a:pt x="10031280" y="1281557"/>
                  <a:pt x="10063819" y="1289067"/>
                </a:cubicBezTo>
                <a:cubicBezTo>
                  <a:pt x="10211500" y="1324110"/>
                  <a:pt x="10214003" y="1324110"/>
                  <a:pt x="10176457" y="1441752"/>
                </a:cubicBezTo>
                <a:cubicBezTo>
                  <a:pt x="10163942" y="1476795"/>
                  <a:pt x="10188972" y="1491813"/>
                  <a:pt x="10211500" y="1511838"/>
                </a:cubicBezTo>
                <a:cubicBezTo>
                  <a:pt x="10296604" y="1591936"/>
                  <a:pt x="10296604" y="1594439"/>
                  <a:pt x="10206494" y="1664523"/>
                </a:cubicBezTo>
                <a:cubicBezTo>
                  <a:pt x="10181463" y="1684547"/>
                  <a:pt x="10163942" y="1704572"/>
                  <a:pt x="10151426" y="1732106"/>
                </a:cubicBezTo>
                <a:cubicBezTo>
                  <a:pt x="10128899" y="1782166"/>
                  <a:pt x="10128899" y="1822216"/>
                  <a:pt x="10208996" y="1847246"/>
                </a:cubicBezTo>
                <a:cubicBezTo>
                  <a:pt x="10266568" y="1864767"/>
                  <a:pt x="10296604" y="1884791"/>
                  <a:pt x="10299107" y="1939858"/>
                </a:cubicBezTo>
                <a:cubicBezTo>
                  <a:pt x="10299107" y="1987416"/>
                  <a:pt x="10306617" y="2017452"/>
                  <a:pt x="10244040" y="2037477"/>
                </a:cubicBezTo>
                <a:cubicBezTo>
                  <a:pt x="10193979" y="2054998"/>
                  <a:pt x="10178960" y="2090041"/>
                  <a:pt x="10183966" y="2130089"/>
                </a:cubicBezTo>
                <a:cubicBezTo>
                  <a:pt x="10193979" y="2230211"/>
                  <a:pt x="10126396" y="2287781"/>
                  <a:pt x="10013758" y="2335339"/>
                </a:cubicBezTo>
                <a:cubicBezTo>
                  <a:pt x="9908629" y="2377890"/>
                  <a:pt x="9813513" y="2437963"/>
                  <a:pt x="9715893" y="2493030"/>
                </a:cubicBezTo>
                <a:cubicBezTo>
                  <a:pt x="9605758" y="2553103"/>
                  <a:pt x="9480605" y="2590649"/>
                  <a:pt x="9347942" y="2623189"/>
                </a:cubicBezTo>
                <a:cubicBezTo>
                  <a:pt x="9370469" y="2665740"/>
                  <a:pt x="9453071" y="2640710"/>
                  <a:pt x="9460580" y="2700783"/>
                </a:cubicBezTo>
                <a:cubicBezTo>
                  <a:pt x="9255329" y="2753346"/>
                  <a:pt x="9060089" y="2833444"/>
                  <a:pt x="8827305" y="2855971"/>
                </a:cubicBezTo>
                <a:cubicBezTo>
                  <a:pt x="9015035" y="2843456"/>
                  <a:pt x="9182740" y="2908535"/>
                  <a:pt x="9360458" y="2926056"/>
                </a:cubicBezTo>
                <a:cubicBezTo>
                  <a:pt x="9377980" y="2961099"/>
                  <a:pt x="9337930" y="2951087"/>
                  <a:pt x="9322912" y="2958595"/>
                </a:cubicBezTo>
                <a:cubicBezTo>
                  <a:pt x="9307893" y="2963602"/>
                  <a:pt x="9287869" y="2966105"/>
                  <a:pt x="9285366" y="2991135"/>
                </a:cubicBezTo>
                <a:cubicBezTo>
                  <a:pt x="9370469" y="3023675"/>
                  <a:pt x="9478102" y="2998644"/>
                  <a:pt x="9565709" y="3033687"/>
                </a:cubicBezTo>
                <a:cubicBezTo>
                  <a:pt x="9543182" y="3083748"/>
                  <a:pt x="9468090" y="3056214"/>
                  <a:pt x="9435550" y="3096263"/>
                </a:cubicBezTo>
                <a:cubicBezTo>
                  <a:pt x="9518151" y="3101269"/>
                  <a:pt x="9593243" y="3103772"/>
                  <a:pt x="9668335" y="3113784"/>
                </a:cubicBezTo>
                <a:cubicBezTo>
                  <a:pt x="9725905" y="3121294"/>
                  <a:pt x="9740924" y="3163845"/>
                  <a:pt x="9700875" y="3193882"/>
                </a:cubicBezTo>
                <a:cubicBezTo>
                  <a:pt x="9665832" y="3221415"/>
                  <a:pt x="9613268" y="3223918"/>
                  <a:pt x="9565709" y="3236434"/>
                </a:cubicBezTo>
                <a:cubicBezTo>
                  <a:pt x="9232801" y="3319034"/>
                  <a:pt x="8882372" y="3351573"/>
                  <a:pt x="8529440" y="3364088"/>
                </a:cubicBezTo>
                <a:cubicBezTo>
                  <a:pt x="7961245" y="3386616"/>
                  <a:pt x="7393049" y="3394125"/>
                  <a:pt x="6827357" y="3419155"/>
                </a:cubicBezTo>
                <a:cubicBezTo>
                  <a:pt x="6481933" y="3434173"/>
                  <a:pt x="6136510" y="3456701"/>
                  <a:pt x="5788584" y="3456701"/>
                </a:cubicBezTo>
                <a:cubicBezTo>
                  <a:pt x="5415628" y="3456701"/>
                  <a:pt x="5042671" y="3464210"/>
                  <a:pt x="4669714" y="3411646"/>
                </a:cubicBezTo>
                <a:cubicBezTo>
                  <a:pt x="4479481" y="3384113"/>
                  <a:pt x="4279236" y="3396628"/>
                  <a:pt x="4086500" y="3376603"/>
                </a:cubicBezTo>
                <a:cubicBezTo>
                  <a:pt x="3793641" y="3346568"/>
                  <a:pt x="3500782" y="3306518"/>
                  <a:pt x="3210426" y="3256458"/>
                </a:cubicBezTo>
                <a:cubicBezTo>
                  <a:pt x="3117813" y="3241439"/>
                  <a:pt x="3007678" y="3231428"/>
                  <a:pt x="2937592" y="3166348"/>
                </a:cubicBezTo>
                <a:cubicBezTo>
                  <a:pt x="2824954" y="3211403"/>
                  <a:pt x="2757372" y="3131305"/>
                  <a:pt x="2669765" y="3106275"/>
                </a:cubicBezTo>
                <a:cubicBezTo>
                  <a:pt x="2634722" y="3096263"/>
                  <a:pt x="2592169" y="3081245"/>
                  <a:pt x="2597176" y="3048705"/>
                </a:cubicBezTo>
                <a:cubicBezTo>
                  <a:pt x="2604685" y="3006154"/>
                  <a:pt x="2654746" y="2978620"/>
                  <a:pt x="2702304" y="2986130"/>
                </a:cubicBezTo>
                <a:cubicBezTo>
                  <a:pt x="2849986" y="3011160"/>
                  <a:pt x="2985150" y="2948584"/>
                  <a:pt x="3137838" y="2956093"/>
                </a:cubicBezTo>
                <a:cubicBezTo>
                  <a:pt x="3005175" y="2933565"/>
                  <a:pt x="2872513" y="2908535"/>
                  <a:pt x="2739850" y="2886007"/>
                </a:cubicBezTo>
                <a:cubicBezTo>
                  <a:pt x="2940095" y="2863480"/>
                  <a:pt x="3132831" y="2896020"/>
                  <a:pt x="3328071" y="2913541"/>
                </a:cubicBezTo>
                <a:cubicBezTo>
                  <a:pt x="3390647" y="2921050"/>
                  <a:pt x="3485763" y="2968608"/>
                  <a:pt x="3503285" y="2898523"/>
                </a:cubicBezTo>
                <a:cubicBezTo>
                  <a:pt x="3513297" y="2850965"/>
                  <a:pt x="3410671" y="2850965"/>
                  <a:pt x="3350598" y="2838450"/>
                </a:cubicBezTo>
                <a:cubicBezTo>
                  <a:pt x="3090279" y="2785886"/>
                  <a:pt x="2824954" y="2758353"/>
                  <a:pt x="2562133" y="2725813"/>
                </a:cubicBezTo>
                <a:cubicBezTo>
                  <a:pt x="2537102" y="2723310"/>
                  <a:pt x="2504562" y="2725813"/>
                  <a:pt x="2487041" y="2715801"/>
                </a:cubicBezTo>
                <a:cubicBezTo>
                  <a:pt x="2354378" y="2633200"/>
                  <a:pt x="2184170" y="2608170"/>
                  <a:pt x="1998943" y="2548097"/>
                </a:cubicBezTo>
                <a:cubicBezTo>
                  <a:pt x="2116587" y="2515558"/>
                  <a:pt x="2196685" y="2575630"/>
                  <a:pt x="2294304" y="2560612"/>
                </a:cubicBezTo>
                <a:cubicBezTo>
                  <a:pt x="2196685" y="2498036"/>
                  <a:pt x="2079041" y="2488024"/>
                  <a:pt x="1978918" y="2455485"/>
                </a:cubicBezTo>
                <a:cubicBezTo>
                  <a:pt x="1906330" y="2430454"/>
                  <a:pt x="1635999" y="2357866"/>
                  <a:pt x="1595950" y="2335339"/>
                </a:cubicBezTo>
                <a:cubicBezTo>
                  <a:pt x="1473299" y="2267756"/>
                  <a:pt x="1315606" y="2237720"/>
                  <a:pt x="1215483" y="2145108"/>
                </a:cubicBezTo>
                <a:cubicBezTo>
                  <a:pt x="1145398" y="2080028"/>
                  <a:pt x="1025251" y="2095047"/>
                  <a:pt x="942649" y="2049992"/>
                </a:cubicBezTo>
                <a:cubicBezTo>
                  <a:pt x="912613" y="2004937"/>
                  <a:pt x="972686" y="1994925"/>
                  <a:pt x="992711" y="1969894"/>
                </a:cubicBezTo>
                <a:cubicBezTo>
                  <a:pt x="1020244" y="1939858"/>
                  <a:pt x="972686" y="1922337"/>
                  <a:pt x="960170" y="1884791"/>
                </a:cubicBezTo>
                <a:cubicBezTo>
                  <a:pt x="1117863" y="1922337"/>
                  <a:pt x="1268048" y="1944864"/>
                  <a:pt x="1448268" y="1957380"/>
                </a:cubicBezTo>
                <a:cubicBezTo>
                  <a:pt x="1390698" y="1897306"/>
                  <a:pt x="1318109" y="1927343"/>
                  <a:pt x="1270551" y="1904815"/>
                </a:cubicBezTo>
                <a:cubicBezTo>
                  <a:pt x="1238011" y="1889797"/>
                  <a:pt x="1190453" y="1884791"/>
                  <a:pt x="1200466" y="1849749"/>
                </a:cubicBezTo>
                <a:cubicBezTo>
                  <a:pt x="1207974" y="1822216"/>
                  <a:pt x="1248023" y="1824718"/>
                  <a:pt x="1278060" y="1827221"/>
                </a:cubicBezTo>
                <a:cubicBezTo>
                  <a:pt x="1393201" y="1834730"/>
                  <a:pt x="1503336" y="1834730"/>
                  <a:pt x="1615974" y="1764645"/>
                </a:cubicBezTo>
                <a:cubicBezTo>
                  <a:pt x="1338134" y="1669530"/>
                  <a:pt x="1015238" y="1717087"/>
                  <a:pt x="767434" y="1576917"/>
                </a:cubicBezTo>
                <a:cubicBezTo>
                  <a:pt x="802477" y="1531862"/>
                  <a:pt x="852539" y="1554390"/>
                  <a:pt x="890085" y="1559396"/>
                </a:cubicBezTo>
                <a:cubicBezTo>
                  <a:pt x="1132882" y="1591936"/>
                  <a:pt x="2003949" y="1514341"/>
                  <a:pt x="2129102" y="1556893"/>
                </a:cubicBezTo>
                <a:cubicBezTo>
                  <a:pt x="2204195" y="1584426"/>
                  <a:pt x="2286796" y="1594439"/>
                  <a:pt x="2369396" y="1576917"/>
                </a:cubicBezTo>
                <a:cubicBezTo>
                  <a:pt x="2469519" y="1554390"/>
                  <a:pt x="1881298" y="1519347"/>
                  <a:pt x="1746133" y="1421728"/>
                </a:cubicBezTo>
                <a:cubicBezTo>
                  <a:pt x="1678551" y="1374170"/>
                  <a:pt x="1082821" y="1146394"/>
                  <a:pt x="819999" y="1083817"/>
                </a:cubicBezTo>
                <a:cubicBezTo>
                  <a:pt x="857545" y="1041266"/>
                  <a:pt x="952662" y="1066296"/>
                  <a:pt x="940146" y="993707"/>
                </a:cubicBezTo>
                <a:cubicBezTo>
                  <a:pt x="794969" y="956162"/>
                  <a:pt x="627263" y="961168"/>
                  <a:pt x="459558" y="903598"/>
                </a:cubicBezTo>
                <a:cubicBezTo>
                  <a:pt x="537153" y="858543"/>
                  <a:pt x="622257" y="883573"/>
                  <a:pt x="699852" y="868556"/>
                </a:cubicBezTo>
                <a:cubicBezTo>
                  <a:pt x="657300" y="813489"/>
                  <a:pt x="582208" y="823500"/>
                  <a:pt x="522134" y="813489"/>
                </a:cubicBezTo>
                <a:cubicBezTo>
                  <a:pt x="464564" y="803476"/>
                  <a:pt x="349423" y="708360"/>
                  <a:pt x="374453" y="713367"/>
                </a:cubicBezTo>
                <a:cubicBezTo>
                  <a:pt x="607238" y="750912"/>
                  <a:pt x="842526" y="735895"/>
                  <a:pt x="1075312" y="773440"/>
                </a:cubicBezTo>
                <a:cubicBezTo>
                  <a:pt x="1152907" y="785955"/>
                  <a:pt x="1238011" y="810986"/>
                  <a:pt x="1275557" y="728385"/>
                </a:cubicBezTo>
                <a:cubicBezTo>
                  <a:pt x="1285569" y="703355"/>
                  <a:pt x="1278060" y="695846"/>
                  <a:pt x="1385692" y="725882"/>
                </a:cubicBezTo>
                <a:cubicBezTo>
                  <a:pt x="1425741" y="738397"/>
                  <a:pt x="1483311" y="750912"/>
                  <a:pt x="1525863" y="718373"/>
                </a:cubicBezTo>
                <a:cubicBezTo>
                  <a:pt x="1498330" y="678325"/>
                  <a:pt x="1445765" y="690839"/>
                  <a:pt x="1408219" y="680828"/>
                </a:cubicBezTo>
                <a:cubicBezTo>
                  <a:pt x="1305594" y="653294"/>
                  <a:pt x="922624" y="548166"/>
                  <a:pt x="825005" y="518129"/>
                </a:cubicBezTo>
                <a:cubicBezTo>
                  <a:pt x="619754" y="453051"/>
                  <a:pt x="492098" y="475578"/>
                  <a:pt x="286846" y="405492"/>
                </a:cubicBezTo>
                <a:cubicBezTo>
                  <a:pt x="356932" y="407995"/>
                  <a:pt x="336907" y="380462"/>
                  <a:pt x="406993" y="380462"/>
                </a:cubicBezTo>
                <a:cubicBezTo>
                  <a:pt x="437030" y="380462"/>
                  <a:pt x="472073" y="372954"/>
                  <a:pt x="472073" y="342917"/>
                </a:cubicBezTo>
                <a:cubicBezTo>
                  <a:pt x="472073" y="315384"/>
                  <a:pt x="104123" y="170207"/>
                  <a:pt x="156686" y="155188"/>
                </a:cubicBezTo>
                <a:cubicBezTo>
                  <a:pt x="301865" y="115140"/>
                  <a:pt x="667312" y="227777"/>
                  <a:pt x="579705" y="175213"/>
                </a:cubicBezTo>
                <a:cubicBezTo>
                  <a:pt x="447042" y="92613"/>
                  <a:pt x="427018" y="77594"/>
                  <a:pt x="326895" y="67583"/>
                </a:cubicBezTo>
                <a:cubicBezTo>
                  <a:pt x="296858" y="62576"/>
                  <a:pt x="244294" y="35043"/>
                  <a:pt x="181717" y="0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descr="Logo&#10;&#10;Description automatically generated" id="95" name="Google Shape;9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7830" y="3590767"/>
            <a:ext cx="2374629" cy="682908"/>
          </a:xfrm>
          <a:custGeom>
            <a:rect b="b" l="l" r="r" t="t"/>
            <a:pathLst>
              <a:path extrusionOk="0" fill="none" h="682908" w="2374629">
                <a:moveTo>
                  <a:pt x="0" y="0"/>
                </a:moveTo>
                <a:cubicBezTo>
                  <a:pt x="131428" y="-36206"/>
                  <a:pt x="429568" y="49038"/>
                  <a:pt x="593657" y="0"/>
                </a:cubicBezTo>
                <a:cubicBezTo>
                  <a:pt x="757746" y="-49038"/>
                  <a:pt x="1097918" y="53842"/>
                  <a:pt x="1234807" y="0"/>
                </a:cubicBezTo>
                <a:cubicBezTo>
                  <a:pt x="1371696" y="-53842"/>
                  <a:pt x="2054204" y="66126"/>
                  <a:pt x="2374629" y="0"/>
                </a:cubicBezTo>
                <a:cubicBezTo>
                  <a:pt x="2405002" y="162524"/>
                  <a:pt x="2371205" y="264958"/>
                  <a:pt x="2374629" y="334625"/>
                </a:cubicBezTo>
                <a:cubicBezTo>
                  <a:pt x="2378053" y="404292"/>
                  <a:pt x="2347794" y="576645"/>
                  <a:pt x="2374629" y="682908"/>
                </a:cubicBezTo>
                <a:cubicBezTo>
                  <a:pt x="2238559" y="706138"/>
                  <a:pt x="2022244" y="650700"/>
                  <a:pt x="1757225" y="682908"/>
                </a:cubicBezTo>
                <a:cubicBezTo>
                  <a:pt x="1492206" y="715116"/>
                  <a:pt x="1476653" y="629947"/>
                  <a:pt x="1234807" y="682908"/>
                </a:cubicBezTo>
                <a:cubicBezTo>
                  <a:pt x="992961" y="735869"/>
                  <a:pt x="919868" y="629849"/>
                  <a:pt x="712389" y="682908"/>
                </a:cubicBezTo>
                <a:cubicBezTo>
                  <a:pt x="504910" y="735967"/>
                  <a:pt x="305855" y="663304"/>
                  <a:pt x="0" y="682908"/>
                </a:cubicBezTo>
                <a:cubicBezTo>
                  <a:pt x="-18065" y="557586"/>
                  <a:pt x="6995" y="450320"/>
                  <a:pt x="0" y="348283"/>
                </a:cubicBezTo>
                <a:cubicBezTo>
                  <a:pt x="-6995" y="246247"/>
                  <a:pt x="2488" y="107054"/>
                  <a:pt x="0" y="0"/>
                </a:cubicBezTo>
                <a:close/>
              </a:path>
              <a:path extrusionOk="0" h="682908" w="2374629">
                <a:moveTo>
                  <a:pt x="0" y="0"/>
                </a:moveTo>
                <a:cubicBezTo>
                  <a:pt x="311661" y="-61020"/>
                  <a:pt x="325144" y="53203"/>
                  <a:pt x="641150" y="0"/>
                </a:cubicBezTo>
                <a:cubicBezTo>
                  <a:pt x="957156" y="-53203"/>
                  <a:pt x="959195" y="19220"/>
                  <a:pt x="1234807" y="0"/>
                </a:cubicBezTo>
                <a:cubicBezTo>
                  <a:pt x="1510419" y="-19220"/>
                  <a:pt x="1584655" y="38722"/>
                  <a:pt x="1780972" y="0"/>
                </a:cubicBezTo>
                <a:cubicBezTo>
                  <a:pt x="1977289" y="-38722"/>
                  <a:pt x="2190607" y="69537"/>
                  <a:pt x="2374629" y="0"/>
                </a:cubicBezTo>
                <a:cubicBezTo>
                  <a:pt x="2385325" y="132255"/>
                  <a:pt x="2363129" y="182532"/>
                  <a:pt x="2374629" y="341454"/>
                </a:cubicBezTo>
                <a:cubicBezTo>
                  <a:pt x="2386129" y="500376"/>
                  <a:pt x="2370081" y="556976"/>
                  <a:pt x="2374629" y="682908"/>
                </a:cubicBezTo>
                <a:cubicBezTo>
                  <a:pt x="2124574" y="704019"/>
                  <a:pt x="1976947" y="673626"/>
                  <a:pt x="1780972" y="682908"/>
                </a:cubicBezTo>
                <a:cubicBezTo>
                  <a:pt x="1584997" y="692190"/>
                  <a:pt x="1379907" y="658257"/>
                  <a:pt x="1258553" y="682908"/>
                </a:cubicBezTo>
                <a:cubicBezTo>
                  <a:pt x="1137199" y="707559"/>
                  <a:pt x="917106" y="632366"/>
                  <a:pt x="712389" y="682908"/>
                </a:cubicBezTo>
                <a:cubicBezTo>
                  <a:pt x="507672" y="733450"/>
                  <a:pt x="205418" y="628160"/>
                  <a:pt x="0" y="682908"/>
                </a:cubicBezTo>
                <a:cubicBezTo>
                  <a:pt x="-31526" y="607460"/>
                  <a:pt x="16314" y="448776"/>
                  <a:pt x="0" y="361941"/>
                </a:cubicBezTo>
                <a:cubicBezTo>
                  <a:pt x="-16314" y="275106"/>
                  <a:pt x="37469" y="142419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lang="en-US"/>
              <a:t>Highlights!</a:t>
            </a:r>
            <a:endParaRPr/>
          </a:p>
        </p:txBody>
      </p:sp>
      <p:sp>
        <p:nvSpPr>
          <p:cNvPr id="101" name="Google Shape;101;p2"/>
          <p:cNvSpPr txBox="1"/>
          <p:nvPr>
            <p:ph idx="1" type="body"/>
          </p:nvPr>
        </p:nvSpPr>
        <p:spPr>
          <a:xfrm>
            <a:off x="838201" y="2115779"/>
            <a:ext cx="3775364" cy="20128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Sets – Definition, example.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Why using sets??!!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Sets Operation</a:t>
            </a:r>
            <a:endParaRPr/>
          </a:p>
        </p:txBody>
      </p:sp>
      <p:pic>
        <p:nvPicPr>
          <p:cNvPr descr="Logo&#10;&#10;Description automatically generated" id="102" name="Google Shape;10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95872" y="3087546"/>
            <a:ext cx="2374629" cy="682908"/>
          </a:xfrm>
          <a:custGeom>
            <a:rect b="b" l="l" r="r" t="t"/>
            <a:pathLst>
              <a:path extrusionOk="0" fill="none" h="682908" w="2374629">
                <a:moveTo>
                  <a:pt x="0" y="0"/>
                </a:moveTo>
                <a:cubicBezTo>
                  <a:pt x="131428" y="-36206"/>
                  <a:pt x="429568" y="49038"/>
                  <a:pt x="593657" y="0"/>
                </a:cubicBezTo>
                <a:cubicBezTo>
                  <a:pt x="757746" y="-49038"/>
                  <a:pt x="1097918" y="53842"/>
                  <a:pt x="1234807" y="0"/>
                </a:cubicBezTo>
                <a:cubicBezTo>
                  <a:pt x="1371696" y="-53842"/>
                  <a:pt x="2054204" y="66126"/>
                  <a:pt x="2374629" y="0"/>
                </a:cubicBezTo>
                <a:cubicBezTo>
                  <a:pt x="2405002" y="162524"/>
                  <a:pt x="2371205" y="264958"/>
                  <a:pt x="2374629" y="334625"/>
                </a:cubicBezTo>
                <a:cubicBezTo>
                  <a:pt x="2378053" y="404292"/>
                  <a:pt x="2347794" y="576645"/>
                  <a:pt x="2374629" y="682908"/>
                </a:cubicBezTo>
                <a:cubicBezTo>
                  <a:pt x="2238559" y="706138"/>
                  <a:pt x="2022244" y="650700"/>
                  <a:pt x="1757225" y="682908"/>
                </a:cubicBezTo>
                <a:cubicBezTo>
                  <a:pt x="1492206" y="715116"/>
                  <a:pt x="1476653" y="629947"/>
                  <a:pt x="1234807" y="682908"/>
                </a:cubicBezTo>
                <a:cubicBezTo>
                  <a:pt x="992961" y="735869"/>
                  <a:pt x="919868" y="629849"/>
                  <a:pt x="712389" y="682908"/>
                </a:cubicBezTo>
                <a:cubicBezTo>
                  <a:pt x="504910" y="735967"/>
                  <a:pt x="305855" y="663304"/>
                  <a:pt x="0" y="682908"/>
                </a:cubicBezTo>
                <a:cubicBezTo>
                  <a:pt x="-18065" y="557586"/>
                  <a:pt x="6995" y="450320"/>
                  <a:pt x="0" y="348283"/>
                </a:cubicBezTo>
                <a:cubicBezTo>
                  <a:pt x="-6995" y="246247"/>
                  <a:pt x="2488" y="107054"/>
                  <a:pt x="0" y="0"/>
                </a:cubicBezTo>
                <a:close/>
              </a:path>
              <a:path extrusionOk="0" h="682908" w="2374629">
                <a:moveTo>
                  <a:pt x="0" y="0"/>
                </a:moveTo>
                <a:cubicBezTo>
                  <a:pt x="311661" y="-61020"/>
                  <a:pt x="325144" y="53203"/>
                  <a:pt x="641150" y="0"/>
                </a:cubicBezTo>
                <a:cubicBezTo>
                  <a:pt x="957156" y="-53203"/>
                  <a:pt x="959195" y="19220"/>
                  <a:pt x="1234807" y="0"/>
                </a:cubicBezTo>
                <a:cubicBezTo>
                  <a:pt x="1510419" y="-19220"/>
                  <a:pt x="1584655" y="38722"/>
                  <a:pt x="1780972" y="0"/>
                </a:cubicBezTo>
                <a:cubicBezTo>
                  <a:pt x="1977289" y="-38722"/>
                  <a:pt x="2190607" y="69537"/>
                  <a:pt x="2374629" y="0"/>
                </a:cubicBezTo>
                <a:cubicBezTo>
                  <a:pt x="2385325" y="132255"/>
                  <a:pt x="2363129" y="182532"/>
                  <a:pt x="2374629" y="341454"/>
                </a:cubicBezTo>
                <a:cubicBezTo>
                  <a:pt x="2386129" y="500376"/>
                  <a:pt x="2370081" y="556976"/>
                  <a:pt x="2374629" y="682908"/>
                </a:cubicBezTo>
                <a:cubicBezTo>
                  <a:pt x="2124574" y="704019"/>
                  <a:pt x="1976947" y="673626"/>
                  <a:pt x="1780972" y="682908"/>
                </a:cubicBezTo>
                <a:cubicBezTo>
                  <a:pt x="1584997" y="692190"/>
                  <a:pt x="1379907" y="658257"/>
                  <a:pt x="1258553" y="682908"/>
                </a:cubicBezTo>
                <a:cubicBezTo>
                  <a:pt x="1137199" y="707559"/>
                  <a:pt x="917106" y="632366"/>
                  <a:pt x="712389" y="682908"/>
                </a:cubicBezTo>
                <a:cubicBezTo>
                  <a:pt x="507672" y="733450"/>
                  <a:pt x="205418" y="628160"/>
                  <a:pt x="0" y="682908"/>
                </a:cubicBezTo>
                <a:cubicBezTo>
                  <a:pt x="-31526" y="607460"/>
                  <a:pt x="16314" y="448776"/>
                  <a:pt x="0" y="361941"/>
                </a:cubicBezTo>
                <a:cubicBezTo>
                  <a:pt x="-16314" y="275106"/>
                  <a:pt x="37469" y="142419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>
            <p:ph type="title"/>
          </p:nvPr>
        </p:nvSpPr>
        <p:spPr>
          <a:xfrm>
            <a:off x="831850" y="1078991"/>
            <a:ext cx="5266944" cy="313639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entury Gothic"/>
              <a:buNone/>
            </a:pPr>
            <a:r>
              <a:rPr lang="en-US"/>
              <a:t>Sets</a:t>
            </a:r>
            <a:endParaRPr/>
          </a:p>
        </p:txBody>
      </p:sp>
      <p:sp>
        <p:nvSpPr>
          <p:cNvPr id="108" name="Google Shape;108;p3"/>
          <p:cNvSpPr txBox="1"/>
          <p:nvPr>
            <p:ph idx="1" type="body"/>
          </p:nvPr>
        </p:nvSpPr>
        <p:spPr>
          <a:xfrm>
            <a:off x="831850" y="4279392"/>
            <a:ext cx="5266944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DEFINITION</a:t>
            </a:r>
            <a:endParaRPr/>
          </a:p>
        </p:txBody>
      </p:sp>
      <p:pic>
        <p:nvPicPr>
          <p:cNvPr descr="Logo&#10;&#10;Description automatically generated" id="109" name="Google Shape;10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7326" y="2876637"/>
            <a:ext cx="1611264" cy="463376"/>
          </a:xfrm>
          <a:custGeom>
            <a:rect b="b" l="l" r="r" t="t"/>
            <a:pathLst>
              <a:path extrusionOk="0" fill="none" h="463376" w="1611264">
                <a:moveTo>
                  <a:pt x="0" y="0"/>
                </a:moveTo>
                <a:cubicBezTo>
                  <a:pt x="124880" y="-4825"/>
                  <a:pt x="255052" y="18735"/>
                  <a:pt x="504863" y="0"/>
                </a:cubicBezTo>
                <a:cubicBezTo>
                  <a:pt x="754674" y="-18735"/>
                  <a:pt x="864140" y="35260"/>
                  <a:pt x="1009725" y="0"/>
                </a:cubicBezTo>
                <a:cubicBezTo>
                  <a:pt x="1155310" y="-35260"/>
                  <a:pt x="1330447" y="57283"/>
                  <a:pt x="1611264" y="0"/>
                </a:cubicBezTo>
                <a:cubicBezTo>
                  <a:pt x="1622303" y="108444"/>
                  <a:pt x="1575953" y="327440"/>
                  <a:pt x="1611264" y="463376"/>
                </a:cubicBezTo>
                <a:cubicBezTo>
                  <a:pt x="1404313" y="518831"/>
                  <a:pt x="1293297" y="431466"/>
                  <a:pt x="1090289" y="463376"/>
                </a:cubicBezTo>
                <a:cubicBezTo>
                  <a:pt x="887281" y="495286"/>
                  <a:pt x="696714" y="423793"/>
                  <a:pt x="520975" y="463376"/>
                </a:cubicBezTo>
                <a:cubicBezTo>
                  <a:pt x="345236" y="502959"/>
                  <a:pt x="177054" y="448912"/>
                  <a:pt x="0" y="463376"/>
                </a:cubicBezTo>
                <a:cubicBezTo>
                  <a:pt x="-17984" y="275307"/>
                  <a:pt x="44481" y="138826"/>
                  <a:pt x="0" y="0"/>
                </a:cubicBezTo>
                <a:close/>
              </a:path>
              <a:path extrusionOk="0" h="463376" w="1611264">
                <a:moveTo>
                  <a:pt x="0" y="0"/>
                </a:moveTo>
                <a:cubicBezTo>
                  <a:pt x="223226" y="-1358"/>
                  <a:pt x="339035" y="67745"/>
                  <a:pt x="569313" y="0"/>
                </a:cubicBezTo>
                <a:cubicBezTo>
                  <a:pt x="799591" y="-67745"/>
                  <a:pt x="990235" y="3431"/>
                  <a:pt x="1106401" y="0"/>
                </a:cubicBezTo>
                <a:cubicBezTo>
                  <a:pt x="1222567" y="-3431"/>
                  <a:pt x="1488541" y="4672"/>
                  <a:pt x="1611264" y="0"/>
                </a:cubicBezTo>
                <a:cubicBezTo>
                  <a:pt x="1627954" y="127862"/>
                  <a:pt x="1574745" y="247044"/>
                  <a:pt x="1611264" y="463376"/>
                </a:cubicBezTo>
                <a:cubicBezTo>
                  <a:pt x="1436768" y="477149"/>
                  <a:pt x="1340396" y="408017"/>
                  <a:pt x="1074176" y="463376"/>
                </a:cubicBezTo>
                <a:cubicBezTo>
                  <a:pt x="807956" y="518735"/>
                  <a:pt x="707838" y="456230"/>
                  <a:pt x="553201" y="463376"/>
                </a:cubicBezTo>
                <a:cubicBezTo>
                  <a:pt x="398564" y="470522"/>
                  <a:pt x="270333" y="416090"/>
                  <a:pt x="0" y="463376"/>
                </a:cubicBezTo>
                <a:cubicBezTo>
                  <a:pt x="-54951" y="349910"/>
                  <a:pt x="28269" y="123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b="1" lang="en-US"/>
              <a:t>Sets</a:t>
            </a:r>
            <a:endParaRPr b="1"/>
          </a:p>
        </p:txBody>
      </p:sp>
      <p:pic>
        <p:nvPicPr>
          <p:cNvPr descr="Logo&#10;&#10;Description automatically generated" id="115" name="Google Shape;11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23001" y="133437"/>
            <a:ext cx="1611264" cy="463376"/>
          </a:xfrm>
          <a:custGeom>
            <a:rect b="b" l="l" r="r" t="t"/>
            <a:pathLst>
              <a:path extrusionOk="0" fill="none" h="463376" w="1611264">
                <a:moveTo>
                  <a:pt x="0" y="0"/>
                </a:moveTo>
                <a:cubicBezTo>
                  <a:pt x="124880" y="-4825"/>
                  <a:pt x="255052" y="18735"/>
                  <a:pt x="504863" y="0"/>
                </a:cubicBezTo>
                <a:cubicBezTo>
                  <a:pt x="754674" y="-18735"/>
                  <a:pt x="864140" y="35260"/>
                  <a:pt x="1009725" y="0"/>
                </a:cubicBezTo>
                <a:cubicBezTo>
                  <a:pt x="1155310" y="-35260"/>
                  <a:pt x="1330447" y="57283"/>
                  <a:pt x="1611264" y="0"/>
                </a:cubicBezTo>
                <a:cubicBezTo>
                  <a:pt x="1622303" y="108444"/>
                  <a:pt x="1575953" y="327440"/>
                  <a:pt x="1611264" y="463376"/>
                </a:cubicBezTo>
                <a:cubicBezTo>
                  <a:pt x="1404313" y="518831"/>
                  <a:pt x="1293297" y="431466"/>
                  <a:pt x="1090289" y="463376"/>
                </a:cubicBezTo>
                <a:cubicBezTo>
                  <a:pt x="887281" y="495286"/>
                  <a:pt x="696714" y="423793"/>
                  <a:pt x="520975" y="463376"/>
                </a:cubicBezTo>
                <a:cubicBezTo>
                  <a:pt x="345236" y="502959"/>
                  <a:pt x="177054" y="448912"/>
                  <a:pt x="0" y="463376"/>
                </a:cubicBezTo>
                <a:cubicBezTo>
                  <a:pt x="-17984" y="275307"/>
                  <a:pt x="44481" y="138826"/>
                  <a:pt x="0" y="0"/>
                </a:cubicBezTo>
                <a:close/>
              </a:path>
              <a:path extrusionOk="0" h="463376" w="1611264">
                <a:moveTo>
                  <a:pt x="0" y="0"/>
                </a:moveTo>
                <a:cubicBezTo>
                  <a:pt x="223226" y="-1358"/>
                  <a:pt x="339035" y="67745"/>
                  <a:pt x="569313" y="0"/>
                </a:cubicBezTo>
                <a:cubicBezTo>
                  <a:pt x="799591" y="-67745"/>
                  <a:pt x="990235" y="3431"/>
                  <a:pt x="1106401" y="0"/>
                </a:cubicBezTo>
                <a:cubicBezTo>
                  <a:pt x="1222567" y="-3431"/>
                  <a:pt x="1488541" y="4672"/>
                  <a:pt x="1611264" y="0"/>
                </a:cubicBezTo>
                <a:cubicBezTo>
                  <a:pt x="1627954" y="127862"/>
                  <a:pt x="1574745" y="247044"/>
                  <a:pt x="1611264" y="463376"/>
                </a:cubicBezTo>
                <a:cubicBezTo>
                  <a:pt x="1436768" y="477149"/>
                  <a:pt x="1340396" y="408017"/>
                  <a:pt x="1074176" y="463376"/>
                </a:cubicBezTo>
                <a:cubicBezTo>
                  <a:pt x="807956" y="518735"/>
                  <a:pt x="707838" y="456230"/>
                  <a:pt x="553201" y="463376"/>
                </a:cubicBezTo>
                <a:cubicBezTo>
                  <a:pt x="398564" y="470522"/>
                  <a:pt x="270333" y="416090"/>
                  <a:pt x="0" y="463376"/>
                </a:cubicBezTo>
                <a:cubicBezTo>
                  <a:pt x="-54951" y="349910"/>
                  <a:pt x="28269" y="123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116" name="Google Shape;116;p4"/>
          <p:cNvSpPr txBox="1"/>
          <p:nvPr/>
        </p:nvSpPr>
        <p:spPr>
          <a:xfrm>
            <a:off x="624191" y="1612879"/>
            <a:ext cx="109518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Mathematically a set is a collection of items not in any order. A Python set is like this mathematical definition with below additional conditions.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The elements in the set cannot be duplicates.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The elements in the set are immutable(cannot be modified) but the set as a whole is mutable.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There is no index attached to any element in a python set. So, they do not support any indexing or slicing operation.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b="1" lang="en-US"/>
              <a:t>Creating a set</a:t>
            </a:r>
            <a:endParaRPr/>
          </a:p>
        </p:txBody>
      </p:sp>
      <p:pic>
        <p:nvPicPr>
          <p:cNvPr descr="Logo&#10;&#10;Description automatically generated" id="122" name="Google Shape;12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23001" y="133437"/>
            <a:ext cx="1611264" cy="463376"/>
          </a:xfrm>
          <a:custGeom>
            <a:rect b="b" l="l" r="r" t="t"/>
            <a:pathLst>
              <a:path extrusionOk="0" fill="none" h="463376" w="1611264">
                <a:moveTo>
                  <a:pt x="0" y="0"/>
                </a:moveTo>
                <a:cubicBezTo>
                  <a:pt x="124880" y="-4825"/>
                  <a:pt x="255052" y="18735"/>
                  <a:pt x="504863" y="0"/>
                </a:cubicBezTo>
                <a:cubicBezTo>
                  <a:pt x="754674" y="-18735"/>
                  <a:pt x="864140" y="35260"/>
                  <a:pt x="1009725" y="0"/>
                </a:cubicBezTo>
                <a:cubicBezTo>
                  <a:pt x="1155310" y="-35260"/>
                  <a:pt x="1330447" y="57283"/>
                  <a:pt x="1611264" y="0"/>
                </a:cubicBezTo>
                <a:cubicBezTo>
                  <a:pt x="1622303" y="108444"/>
                  <a:pt x="1575953" y="327440"/>
                  <a:pt x="1611264" y="463376"/>
                </a:cubicBezTo>
                <a:cubicBezTo>
                  <a:pt x="1404313" y="518831"/>
                  <a:pt x="1293297" y="431466"/>
                  <a:pt x="1090289" y="463376"/>
                </a:cubicBezTo>
                <a:cubicBezTo>
                  <a:pt x="887281" y="495286"/>
                  <a:pt x="696714" y="423793"/>
                  <a:pt x="520975" y="463376"/>
                </a:cubicBezTo>
                <a:cubicBezTo>
                  <a:pt x="345236" y="502959"/>
                  <a:pt x="177054" y="448912"/>
                  <a:pt x="0" y="463376"/>
                </a:cubicBezTo>
                <a:cubicBezTo>
                  <a:pt x="-17984" y="275307"/>
                  <a:pt x="44481" y="138826"/>
                  <a:pt x="0" y="0"/>
                </a:cubicBezTo>
                <a:close/>
              </a:path>
              <a:path extrusionOk="0" h="463376" w="1611264">
                <a:moveTo>
                  <a:pt x="0" y="0"/>
                </a:moveTo>
                <a:cubicBezTo>
                  <a:pt x="223226" y="-1358"/>
                  <a:pt x="339035" y="67745"/>
                  <a:pt x="569313" y="0"/>
                </a:cubicBezTo>
                <a:cubicBezTo>
                  <a:pt x="799591" y="-67745"/>
                  <a:pt x="990235" y="3431"/>
                  <a:pt x="1106401" y="0"/>
                </a:cubicBezTo>
                <a:cubicBezTo>
                  <a:pt x="1222567" y="-3431"/>
                  <a:pt x="1488541" y="4672"/>
                  <a:pt x="1611264" y="0"/>
                </a:cubicBezTo>
                <a:cubicBezTo>
                  <a:pt x="1627954" y="127862"/>
                  <a:pt x="1574745" y="247044"/>
                  <a:pt x="1611264" y="463376"/>
                </a:cubicBezTo>
                <a:cubicBezTo>
                  <a:pt x="1436768" y="477149"/>
                  <a:pt x="1340396" y="408017"/>
                  <a:pt x="1074176" y="463376"/>
                </a:cubicBezTo>
                <a:cubicBezTo>
                  <a:pt x="807956" y="518735"/>
                  <a:pt x="707838" y="456230"/>
                  <a:pt x="553201" y="463376"/>
                </a:cubicBezTo>
                <a:cubicBezTo>
                  <a:pt x="398564" y="470522"/>
                  <a:pt x="270333" y="416090"/>
                  <a:pt x="0" y="463376"/>
                </a:cubicBezTo>
                <a:cubicBezTo>
                  <a:pt x="-54951" y="349910"/>
                  <a:pt x="28269" y="123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123" name="Google Shape;123;p5"/>
          <p:cNvSpPr txBox="1"/>
          <p:nvPr/>
        </p:nvSpPr>
        <p:spPr>
          <a:xfrm>
            <a:off x="609600" y="1457597"/>
            <a:ext cx="9607117" cy="41978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 set is created by using the set() function or placing all the elements within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 pair of curly braces.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Days = set(["Mon","Tue","Wed","Thu","Fri","Sat","Sun"])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Months = {"Jan","Feb","Mar"}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Dates = {21,22,17}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print (Days)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print (type(Days))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print (Months)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print (Dates) </a:t>
            </a:r>
            <a:endParaRPr/>
          </a:p>
        </p:txBody>
      </p:sp>
      <p:sp>
        <p:nvSpPr>
          <p:cNvPr id="124" name="Google Shape;124;p5"/>
          <p:cNvSpPr txBox="1"/>
          <p:nvPr/>
        </p:nvSpPr>
        <p:spPr>
          <a:xfrm>
            <a:off x="6625594" y="3247364"/>
            <a:ext cx="4956806" cy="2554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Output: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{'Thu', 'Wed', 'Mon', 'Sun', 'Sat', 'Fri', 'Tue’}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&lt;class ’set’&gt;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{'Feb', 'Jan', 'Mar’}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{17, 21, 22}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b="1" lang="en-US"/>
              <a:t>Creating a set</a:t>
            </a:r>
            <a:endParaRPr/>
          </a:p>
        </p:txBody>
      </p:sp>
      <p:pic>
        <p:nvPicPr>
          <p:cNvPr descr="Logo&#10;&#10;Description automatically generated" id="130" name="Google Shape;13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23001" y="133437"/>
            <a:ext cx="1611264" cy="463376"/>
          </a:xfrm>
          <a:custGeom>
            <a:rect b="b" l="l" r="r" t="t"/>
            <a:pathLst>
              <a:path extrusionOk="0" fill="none" h="463376" w="1611264">
                <a:moveTo>
                  <a:pt x="0" y="0"/>
                </a:moveTo>
                <a:cubicBezTo>
                  <a:pt x="124880" y="-4825"/>
                  <a:pt x="255052" y="18735"/>
                  <a:pt x="504863" y="0"/>
                </a:cubicBezTo>
                <a:cubicBezTo>
                  <a:pt x="754674" y="-18735"/>
                  <a:pt x="864140" y="35260"/>
                  <a:pt x="1009725" y="0"/>
                </a:cubicBezTo>
                <a:cubicBezTo>
                  <a:pt x="1155310" y="-35260"/>
                  <a:pt x="1330447" y="57283"/>
                  <a:pt x="1611264" y="0"/>
                </a:cubicBezTo>
                <a:cubicBezTo>
                  <a:pt x="1622303" y="108444"/>
                  <a:pt x="1575953" y="327440"/>
                  <a:pt x="1611264" y="463376"/>
                </a:cubicBezTo>
                <a:cubicBezTo>
                  <a:pt x="1404313" y="518831"/>
                  <a:pt x="1293297" y="431466"/>
                  <a:pt x="1090289" y="463376"/>
                </a:cubicBezTo>
                <a:cubicBezTo>
                  <a:pt x="887281" y="495286"/>
                  <a:pt x="696714" y="423793"/>
                  <a:pt x="520975" y="463376"/>
                </a:cubicBezTo>
                <a:cubicBezTo>
                  <a:pt x="345236" y="502959"/>
                  <a:pt x="177054" y="448912"/>
                  <a:pt x="0" y="463376"/>
                </a:cubicBezTo>
                <a:cubicBezTo>
                  <a:pt x="-17984" y="275307"/>
                  <a:pt x="44481" y="138826"/>
                  <a:pt x="0" y="0"/>
                </a:cubicBezTo>
                <a:close/>
              </a:path>
              <a:path extrusionOk="0" h="463376" w="1611264">
                <a:moveTo>
                  <a:pt x="0" y="0"/>
                </a:moveTo>
                <a:cubicBezTo>
                  <a:pt x="223226" y="-1358"/>
                  <a:pt x="339035" y="67745"/>
                  <a:pt x="569313" y="0"/>
                </a:cubicBezTo>
                <a:cubicBezTo>
                  <a:pt x="799591" y="-67745"/>
                  <a:pt x="990235" y="3431"/>
                  <a:pt x="1106401" y="0"/>
                </a:cubicBezTo>
                <a:cubicBezTo>
                  <a:pt x="1222567" y="-3431"/>
                  <a:pt x="1488541" y="4672"/>
                  <a:pt x="1611264" y="0"/>
                </a:cubicBezTo>
                <a:cubicBezTo>
                  <a:pt x="1627954" y="127862"/>
                  <a:pt x="1574745" y="247044"/>
                  <a:pt x="1611264" y="463376"/>
                </a:cubicBezTo>
                <a:cubicBezTo>
                  <a:pt x="1436768" y="477149"/>
                  <a:pt x="1340396" y="408017"/>
                  <a:pt x="1074176" y="463376"/>
                </a:cubicBezTo>
                <a:cubicBezTo>
                  <a:pt x="807956" y="518735"/>
                  <a:pt x="707838" y="456230"/>
                  <a:pt x="553201" y="463376"/>
                </a:cubicBezTo>
                <a:cubicBezTo>
                  <a:pt x="398564" y="470522"/>
                  <a:pt x="270333" y="416090"/>
                  <a:pt x="0" y="463376"/>
                </a:cubicBezTo>
                <a:cubicBezTo>
                  <a:pt x="-54951" y="349910"/>
                  <a:pt x="28269" y="123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131" name="Google Shape;131;p12"/>
          <p:cNvSpPr txBox="1"/>
          <p:nvPr/>
        </p:nvSpPr>
        <p:spPr>
          <a:xfrm>
            <a:off x="609600" y="1457597"/>
            <a:ext cx="110754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Set can contain any type of element such as integer, float, tuple etc.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But mutable elements (list, dictionary, set) can't be a member of set.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set2 = {1,2,3,["Javatpoint",4]}  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print(type(set2))  </a:t>
            </a:r>
            <a:endParaRPr b="0" i="0" sz="20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2" name="Google Shape;132;p12"/>
          <p:cNvSpPr txBox="1"/>
          <p:nvPr/>
        </p:nvSpPr>
        <p:spPr>
          <a:xfrm>
            <a:off x="6450439" y="4095791"/>
            <a:ext cx="3972562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Output: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TypeError: unhashable type: 'list'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b="1" lang="en-US"/>
              <a:t>Creating a set</a:t>
            </a:r>
            <a:endParaRPr/>
          </a:p>
        </p:txBody>
      </p:sp>
      <p:pic>
        <p:nvPicPr>
          <p:cNvPr descr="Logo&#10;&#10;Description automatically generated" id="138" name="Google Shape;13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23001" y="133437"/>
            <a:ext cx="1611264" cy="463376"/>
          </a:xfrm>
          <a:custGeom>
            <a:rect b="b" l="l" r="r" t="t"/>
            <a:pathLst>
              <a:path extrusionOk="0" fill="none" h="463376" w="1611264">
                <a:moveTo>
                  <a:pt x="0" y="0"/>
                </a:moveTo>
                <a:cubicBezTo>
                  <a:pt x="124880" y="-4825"/>
                  <a:pt x="255052" y="18735"/>
                  <a:pt x="504863" y="0"/>
                </a:cubicBezTo>
                <a:cubicBezTo>
                  <a:pt x="754674" y="-18735"/>
                  <a:pt x="864140" y="35260"/>
                  <a:pt x="1009725" y="0"/>
                </a:cubicBezTo>
                <a:cubicBezTo>
                  <a:pt x="1155310" y="-35260"/>
                  <a:pt x="1330447" y="57283"/>
                  <a:pt x="1611264" y="0"/>
                </a:cubicBezTo>
                <a:cubicBezTo>
                  <a:pt x="1622303" y="108444"/>
                  <a:pt x="1575953" y="327440"/>
                  <a:pt x="1611264" y="463376"/>
                </a:cubicBezTo>
                <a:cubicBezTo>
                  <a:pt x="1404313" y="518831"/>
                  <a:pt x="1293297" y="431466"/>
                  <a:pt x="1090289" y="463376"/>
                </a:cubicBezTo>
                <a:cubicBezTo>
                  <a:pt x="887281" y="495286"/>
                  <a:pt x="696714" y="423793"/>
                  <a:pt x="520975" y="463376"/>
                </a:cubicBezTo>
                <a:cubicBezTo>
                  <a:pt x="345236" y="502959"/>
                  <a:pt x="177054" y="448912"/>
                  <a:pt x="0" y="463376"/>
                </a:cubicBezTo>
                <a:cubicBezTo>
                  <a:pt x="-17984" y="275307"/>
                  <a:pt x="44481" y="138826"/>
                  <a:pt x="0" y="0"/>
                </a:cubicBezTo>
                <a:close/>
              </a:path>
              <a:path extrusionOk="0" h="463376" w="1611264">
                <a:moveTo>
                  <a:pt x="0" y="0"/>
                </a:moveTo>
                <a:cubicBezTo>
                  <a:pt x="223226" y="-1358"/>
                  <a:pt x="339035" y="67745"/>
                  <a:pt x="569313" y="0"/>
                </a:cubicBezTo>
                <a:cubicBezTo>
                  <a:pt x="799591" y="-67745"/>
                  <a:pt x="990235" y="3431"/>
                  <a:pt x="1106401" y="0"/>
                </a:cubicBezTo>
                <a:cubicBezTo>
                  <a:pt x="1222567" y="-3431"/>
                  <a:pt x="1488541" y="4672"/>
                  <a:pt x="1611264" y="0"/>
                </a:cubicBezTo>
                <a:cubicBezTo>
                  <a:pt x="1627954" y="127862"/>
                  <a:pt x="1574745" y="247044"/>
                  <a:pt x="1611264" y="463376"/>
                </a:cubicBezTo>
                <a:cubicBezTo>
                  <a:pt x="1436768" y="477149"/>
                  <a:pt x="1340396" y="408017"/>
                  <a:pt x="1074176" y="463376"/>
                </a:cubicBezTo>
                <a:cubicBezTo>
                  <a:pt x="807956" y="518735"/>
                  <a:pt x="707838" y="456230"/>
                  <a:pt x="553201" y="463376"/>
                </a:cubicBezTo>
                <a:cubicBezTo>
                  <a:pt x="398564" y="470522"/>
                  <a:pt x="270333" y="416090"/>
                  <a:pt x="0" y="463376"/>
                </a:cubicBezTo>
                <a:cubicBezTo>
                  <a:pt x="-54951" y="349910"/>
                  <a:pt x="28269" y="123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139" name="Google Shape;139;p13"/>
          <p:cNvSpPr txBox="1"/>
          <p:nvPr/>
        </p:nvSpPr>
        <p:spPr>
          <a:xfrm>
            <a:off x="609600" y="1457597"/>
            <a:ext cx="6673622" cy="347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# Empty curly braces will create dictionary  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set3 = {}  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print(type(set3))  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 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# Empty set using set() function  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set4 = set()  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print(type(set4)) 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set5 = {1,2,4,4,5,8,9,9,10}  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print(set5)  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endParaRPr/>
          </a:p>
        </p:txBody>
      </p:sp>
      <p:sp>
        <p:nvSpPr>
          <p:cNvPr id="140" name="Google Shape;140;p13"/>
          <p:cNvSpPr txBox="1"/>
          <p:nvPr/>
        </p:nvSpPr>
        <p:spPr>
          <a:xfrm>
            <a:off x="7980301" y="3884775"/>
            <a:ext cx="1989647" cy="1631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Output: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&lt;class ’dict’&gt;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&lt;class ’set’&gt;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{1,2,4,5,8,9,10}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b="1" lang="en-US"/>
              <a:t>Accessing Value in a Set</a:t>
            </a:r>
            <a:endParaRPr b="1"/>
          </a:p>
        </p:txBody>
      </p:sp>
      <p:pic>
        <p:nvPicPr>
          <p:cNvPr descr="Logo&#10;&#10;Description automatically generated" id="146" name="Google Shape;14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23001" y="133437"/>
            <a:ext cx="1611264" cy="463376"/>
          </a:xfrm>
          <a:custGeom>
            <a:rect b="b" l="l" r="r" t="t"/>
            <a:pathLst>
              <a:path extrusionOk="0" fill="none" h="463376" w="1611264">
                <a:moveTo>
                  <a:pt x="0" y="0"/>
                </a:moveTo>
                <a:cubicBezTo>
                  <a:pt x="124880" y="-4825"/>
                  <a:pt x="255052" y="18735"/>
                  <a:pt x="504863" y="0"/>
                </a:cubicBezTo>
                <a:cubicBezTo>
                  <a:pt x="754674" y="-18735"/>
                  <a:pt x="864140" y="35260"/>
                  <a:pt x="1009725" y="0"/>
                </a:cubicBezTo>
                <a:cubicBezTo>
                  <a:pt x="1155310" y="-35260"/>
                  <a:pt x="1330447" y="57283"/>
                  <a:pt x="1611264" y="0"/>
                </a:cubicBezTo>
                <a:cubicBezTo>
                  <a:pt x="1622303" y="108444"/>
                  <a:pt x="1575953" y="327440"/>
                  <a:pt x="1611264" y="463376"/>
                </a:cubicBezTo>
                <a:cubicBezTo>
                  <a:pt x="1404313" y="518831"/>
                  <a:pt x="1293297" y="431466"/>
                  <a:pt x="1090289" y="463376"/>
                </a:cubicBezTo>
                <a:cubicBezTo>
                  <a:pt x="887281" y="495286"/>
                  <a:pt x="696714" y="423793"/>
                  <a:pt x="520975" y="463376"/>
                </a:cubicBezTo>
                <a:cubicBezTo>
                  <a:pt x="345236" y="502959"/>
                  <a:pt x="177054" y="448912"/>
                  <a:pt x="0" y="463376"/>
                </a:cubicBezTo>
                <a:cubicBezTo>
                  <a:pt x="-17984" y="275307"/>
                  <a:pt x="44481" y="138826"/>
                  <a:pt x="0" y="0"/>
                </a:cubicBezTo>
                <a:close/>
              </a:path>
              <a:path extrusionOk="0" h="463376" w="1611264">
                <a:moveTo>
                  <a:pt x="0" y="0"/>
                </a:moveTo>
                <a:cubicBezTo>
                  <a:pt x="223226" y="-1358"/>
                  <a:pt x="339035" y="67745"/>
                  <a:pt x="569313" y="0"/>
                </a:cubicBezTo>
                <a:cubicBezTo>
                  <a:pt x="799591" y="-67745"/>
                  <a:pt x="990235" y="3431"/>
                  <a:pt x="1106401" y="0"/>
                </a:cubicBezTo>
                <a:cubicBezTo>
                  <a:pt x="1222567" y="-3431"/>
                  <a:pt x="1488541" y="4672"/>
                  <a:pt x="1611264" y="0"/>
                </a:cubicBezTo>
                <a:cubicBezTo>
                  <a:pt x="1627954" y="127862"/>
                  <a:pt x="1574745" y="247044"/>
                  <a:pt x="1611264" y="463376"/>
                </a:cubicBezTo>
                <a:cubicBezTo>
                  <a:pt x="1436768" y="477149"/>
                  <a:pt x="1340396" y="408017"/>
                  <a:pt x="1074176" y="463376"/>
                </a:cubicBezTo>
                <a:cubicBezTo>
                  <a:pt x="807956" y="518735"/>
                  <a:pt x="707838" y="456230"/>
                  <a:pt x="553201" y="463376"/>
                </a:cubicBezTo>
                <a:cubicBezTo>
                  <a:pt x="398564" y="470522"/>
                  <a:pt x="270333" y="416090"/>
                  <a:pt x="0" y="463376"/>
                </a:cubicBezTo>
                <a:cubicBezTo>
                  <a:pt x="-54951" y="349910"/>
                  <a:pt x="28269" y="123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147" name="Google Shape;147;p6"/>
          <p:cNvSpPr txBox="1"/>
          <p:nvPr/>
        </p:nvSpPr>
        <p:spPr>
          <a:xfrm>
            <a:off x="825549" y="1581136"/>
            <a:ext cx="10265266" cy="1200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cannot access individual values in a set. But we can get a list of individual elements by looping through the set.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6"/>
          <p:cNvSpPr txBox="1"/>
          <p:nvPr/>
        </p:nvSpPr>
        <p:spPr>
          <a:xfrm>
            <a:off x="838200" y="3055447"/>
            <a:ext cx="92832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Days=set(["Mon","Tue","Wed","Thu","Fri","Sat","Sun"])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for d in Days: </a:t>
            </a:r>
            <a:endParaRPr/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print(d)</a:t>
            </a:r>
            <a:endParaRPr b="0" i="0" sz="20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9" name="Google Shape;149;p6"/>
          <p:cNvSpPr txBox="1"/>
          <p:nvPr/>
        </p:nvSpPr>
        <p:spPr>
          <a:xfrm>
            <a:off x="5738646" y="3997435"/>
            <a:ext cx="1294767" cy="2246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Wed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Sun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Fri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Tue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Mon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Thu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Sat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b="1" lang="en-US"/>
              <a:t>Adding items to a set</a:t>
            </a:r>
            <a:endParaRPr b="1"/>
          </a:p>
        </p:txBody>
      </p:sp>
      <p:pic>
        <p:nvPicPr>
          <p:cNvPr descr="Logo&#10;&#10;Description automatically generated" id="155" name="Google Shape;15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23001" y="133437"/>
            <a:ext cx="1611264" cy="463376"/>
          </a:xfrm>
          <a:custGeom>
            <a:rect b="b" l="l" r="r" t="t"/>
            <a:pathLst>
              <a:path extrusionOk="0" fill="none" h="463376" w="1611264">
                <a:moveTo>
                  <a:pt x="0" y="0"/>
                </a:moveTo>
                <a:cubicBezTo>
                  <a:pt x="124880" y="-4825"/>
                  <a:pt x="255052" y="18735"/>
                  <a:pt x="504863" y="0"/>
                </a:cubicBezTo>
                <a:cubicBezTo>
                  <a:pt x="754674" y="-18735"/>
                  <a:pt x="864140" y="35260"/>
                  <a:pt x="1009725" y="0"/>
                </a:cubicBezTo>
                <a:cubicBezTo>
                  <a:pt x="1155310" y="-35260"/>
                  <a:pt x="1330447" y="57283"/>
                  <a:pt x="1611264" y="0"/>
                </a:cubicBezTo>
                <a:cubicBezTo>
                  <a:pt x="1622303" y="108444"/>
                  <a:pt x="1575953" y="327440"/>
                  <a:pt x="1611264" y="463376"/>
                </a:cubicBezTo>
                <a:cubicBezTo>
                  <a:pt x="1404313" y="518831"/>
                  <a:pt x="1293297" y="431466"/>
                  <a:pt x="1090289" y="463376"/>
                </a:cubicBezTo>
                <a:cubicBezTo>
                  <a:pt x="887281" y="495286"/>
                  <a:pt x="696714" y="423793"/>
                  <a:pt x="520975" y="463376"/>
                </a:cubicBezTo>
                <a:cubicBezTo>
                  <a:pt x="345236" y="502959"/>
                  <a:pt x="177054" y="448912"/>
                  <a:pt x="0" y="463376"/>
                </a:cubicBezTo>
                <a:cubicBezTo>
                  <a:pt x="-17984" y="275307"/>
                  <a:pt x="44481" y="138826"/>
                  <a:pt x="0" y="0"/>
                </a:cubicBezTo>
                <a:close/>
              </a:path>
              <a:path extrusionOk="0" h="463376" w="1611264">
                <a:moveTo>
                  <a:pt x="0" y="0"/>
                </a:moveTo>
                <a:cubicBezTo>
                  <a:pt x="223226" y="-1358"/>
                  <a:pt x="339035" y="67745"/>
                  <a:pt x="569313" y="0"/>
                </a:cubicBezTo>
                <a:cubicBezTo>
                  <a:pt x="799591" y="-67745"/>
                  <a:pt x="990235" y="3431"/>
                  <a:pt x="1106401" y="0"/>
                </a:cubicBezTo>
                <a:cubicBezTo>
                  <a:pt x="1222567" y="-3431"/>
                  <a:pt x="1488541" y="4672"/>
                  <a:pt x="1611264" y="0"/>
                </a:cubicBezTo>
                <a:cubicBezTo>
                  <a:pt x="1627954" y="127862"/>
                  <a:pt x="1574745" y="247044"/>
                  <a:pt x="1611264" y="463376"/>
                </a:cubicBezTo>
                <a:cubicBezTo>
                  <a:pt x="1436768" y="477149"/>
                  <a:pt x="1340396" y="408017"/>
                  <a:pt x="1074176" y="463376"/>
                </a:cubicBezTo>
                <a:cubicBezTo>
                  <a:pt x="807956" y="518735"/>
                  <a:pt x="707838" y="456230"/>
                  <a:pt x="553201" y="463376"/>
                </a:cubicBezTo>
                <a:cubicBezTo>
                  <a:pt x="398564" y="470522"/>
                  <a:pt x="270333" y="416090"/>
                  <a:pt x="0" y="463376"/>
                </a:cubicBezTo>
                <a:cubicBezTo>
                  <a:pt x="-54951" y="349910"/>
                  <a:pt x="28269" y="123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156" name="Google Shape;156;p7"/>
          <p:cNvSpPr txBox="1"/>
          <p:nvPr/>
        </p:nvSpPr>
        <p:spPr>
          <a:xfrm>
            <a:off x="1580070" y="1737710"/>
            <a:ext cx="9568576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can add elements to a set by using add() and update() method.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7"/>
          <p:cNvSpPr txBox="1"/>
          <p:nvPr/>
        </p:nvSpPr>
        <p:spPr>
          <a:xfrm>
            <a:off x="838200" y="2496347"/>
            <a:ext cx="8126638" cy="163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Days=set(["Mon","Tue","Wed","Thu"])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Days.add("Sun")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print(Days)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Days.update(["Sat","Fri”])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Print(Days)</a:t>
            </a:r>
            <a:endParaRPr b="0" i="0" sz="20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8" name="Google Shape;158;p7"/>
          <p:cNvSpPr txBox="1"/>
          <p:nvPr/>
        </p:nvSpPr>
        <p:spPr>
          <a:xfrm>
            <a:off x="4686999" y="4424535"/>
            <a:ext cx="54393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{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'Wed', 'Sun', 'Tue', 'Mon', 'Thu'</a:t>
            </a:r>
            <a:r>
              <a:rPr lang="en-US" sz="2000"/>
              <a:t>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{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'Wed', 'Sun', 'Fri', 'Tue', 'Mon', 'Thu', 'Sat’</a:t>
            </a:r>
            <a:r>
              <a:rPr lang="en-US" sz="2000"/>
              <a:t>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b="1" lang="en-US"/>
              <a:t>Removing items from a set</a:t>
            </a:r>
            <a:endParaRPr b="1"/>
          </a:p>
        </p:txBody>
      </p:sp>
      <p:pic>
        <p:nvPicPr>
          <p:cNvPr descr="Logo&#10;&#10;Description automatically generated" id="164" name="Google Shape;16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23001" y="133437"/>
            <a:ext cx="1611264" cy="463376"/>
          </a:xfrm>
          <a:custGeom>
            <a:rect b="b" l="l" r="r" t="t"/>
            <a:pathLst>
              <a:path extrusionOk="0" fill="none" h="463376" w="1611264">
                <a:moveTo>
                  <a:pt x="0" y="0"/>
                </a:moveTo>
                <a:cubicBezTo>
                  <a:pt x="124880" y="-4825"/>
                  <a:pt x="255052" y="18735"/>
                  <a:pt x="504863" y="0"/>
                </a:cubicBezTo>
                <a:cubicBezTo>
                  <a:pt x="754674" y="-18735"/>
                  <a:pt x="864140" y="35260"/>
                  <a:pt x="1009725" y="0"/>
                </a:cubicBezTo>
                <a:cubicBezTo>
                  <a:pt x="1155310" y="-35260"/>
                  <a:pt x="1330447" y="57283"/>
                  <a:pt x="1611264" y="0"/>
                </a:cubicBezTo>
                <a:cubicBezTo>
                  <a:pt x="1622303" y="108444"/>
                  <a:pt x="1575953" y="327440"/>
                  <a:pt x="1611264" y="463376"/>
                </a:cubicBezTo>
                <a:cubicBezTo>
                  <a:pt x="1404313" y="518831"/>
                  <a:pt x="1293297" y="431466"/>
                  <a:pt x="1090289" y="463376"/>
                </a:cubicBezTo>
                <a:cubicBezTo>
                  <a:pt x="887281" y="495286"/>
                  <a:pt x="696714" y="423793"/>
                  <a:pt x="520975" y="463376"/>
                </a:cubicBezTo>
                <a:cubicBezTo>
                  <a:pt x="345236" y="502959"/>
                  <a:pt x="177054" y="448912"/>
                  <a:pt x="0" y="463376"/>
                </a:cubicBezTo>
                <a:cubicBezTo>
                  <a:pt x="-17984" y="275307"/>
                  <a:pt x="44481" y="138826"/>
                  <a:pt x="0" y="0"/>
                </a:cubicBezTo>
                <a:close/>
              </a:path>
              <a:path extrusionOk="0" h="463376" w="1611264">
                <a:moveTo>
                  <a:pt x="0" y="0"/>
                </a:moveTo>
                <a:cubicBezTo>
                  <a:pt x="223226" y="-1358"/>
                  <a:pt x="339035" y="67745"/>
                  <a:pt x="569313" y="0"/>
                </a:cubicBezTo>
                <a:cubicBezTo>
                  <a:pt x="799591" y="-67745"/>
                  <a:pt x="990235" y="3431"/>
                  <a:pt x="1106401" y="0"/>
                </a:cubicBezTo>
                <a:cubicBezTo>
                  <a:pt x="1222567" y="-3431"/>
                  <a:pt x="1488541" y="4672"/>
                  <a:pt x="1611264" y="0"/>
                </a:cubicBezTo>
                <a:cubicBezTo>
                  <a:pt x="1627954" y="127862"/>
                  <a:pt x="1574745" y="247044"/>
                  <a:pt x="1611264" y="463376"/>
                </a:cubicBezTo>
                <a:cubicBezTo>
                  <a:pt x="1436768" y="477149"/>
                  <a:pt x="1340396" y="408017"/>
                  <a:pt x="1074176" y="463376"/>
                </a:cubicBezTo>
                <a:cubicBezTo>
                  <a:pt x="807956" y="518735"/>
                  <a:pt x="707838" y="456230"/>
                  <a:pt x="553201" y="463376"/>
                </a:cubicBezTo>
                <a:cubicBezTo>
                  <a:pt x="398564" y="470522"/>
                  <a:pt x="270333" y="416090"/>
                  <a:pt x="0" y="463376"/>
                </a:cubicBezTo>
                <a:cubicBezTo>
                  <a:pt x="-54951" y="349910"/>
                  <a:pt x="28269" y="123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165" name="Google Shape;165;p14"/>
          <p:cNvSpPr txBox="1"/>
          <p:nvPr/>
        </p:nvSpPr>
        <p:spPr>
          <a:xfrm>
            <a:off x="633046" y="1509109"/>
            <a:ext cx="10515600" cy="830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can remove items from a set by using discard(), remove(), pop(), and clear() method.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4"/>
          <p:cNvSpPr txBox="1"/>
          <p:nvPr/>
        </p:nvSpPr>
        <p:spPr>
          <a:xfrm>
            <a:off x="838200" y="2496347"/>
            <a:ext cx="8126638" cy="3477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Days=set(["Mon","Tue","Wed","Thu","Sun","Fri"])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Days.discard("Sun")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print(Days)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Days.remove("Fri")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Print(Days)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Days.pop()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Print(Days)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Days.clear()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Print(Days)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7" name="Google Shape;167;p14"/>
          <p:cNvSpPr txBox="1"/>
          <p:nvPr/>
        </p:nvSpPr>
        <p:spPr>
          <a:xfrm>
            <a:off x="4686999" y="4424535"/>
            <a:ext cx="3690300" cy="22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{‘Wed’, ‘Tue’, ‘Mon’, ‘Thu’, ’Fri’}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{‘Wed’, ‘Tue’, ‘Mon’, ‘Thu’}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{‘Tue’, ‘Mon’, ‘</a:t>
            </a:r>
            <a:r>
              <a:rPr lang="en-US" sz="2000"/>
              <a:t>Thu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’}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set()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b="1" lang="en-US"/>
              <a:t>Union of Sets</a:t>
            </a:r>
            <a:endParaRPr/>
          </a:p>
        </p:txBody>
      </p:sp>
      <p:pic>
        <p:nvPicPr>
          <p:cNvPr descr="Logo&#10;&#10;Description automatically generated" id="173" name="Google Shape;17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23001" y="133437"/>
            <a:ext cx="1611264" cy="463376"/>
          </a:xfrm>
          <a:custGeom>
            <a:rect b="b" l="l" r="r" t="t"/>
            <a:pathLst>
              <a:path extrusionOk="0" fill="none" h="463376" w="1611264">
                <a:moveTo>
                  <a:pt x="0" y="0"/>
                </a:moveTo>
                <a:cubicBezTo>
                  <a:pt x="124880" y="-4825"/>
                  <a:pt x="255052" y="18735"/>
                  <a:pt x="504863" y="0"/>
                </a:cubicBezTo>
                <a:cubicBezTo>
                  <a:pt x="754674" y="-18735"/>
                  <a:pt x="864140" y="35260"/>
                  <a:pt x="1009725" y="0"/>
                </a:cubicBezTo>
                <a:cubicBezTo>
                  <a:pt x="1155310" y="-35260"/>
                  <a:pt x="1330447" y="57283"/>
                  <a:pt x="1611264" y="0"/>
                </a:cubicBezTo>
                <a:cubicBezTo>
                  <a:pt x="1622303" y="108444"/>
                  <a:pt x="1575953" y="327440"/>
                  <a:pt x="1611264" y="463376"/>
                </a:cubicBezTo>
                <a:cubicBezTo>
                  <a:pt x="1404313" y="518831"/>
                  <a:pt x="1293297" y="431466"/>
                  <a:pt x="1090289" y="463376"/>
                </a:cubicBezTo>
                <a:cubicBezTo>
                  <a:pt x="887281" y="495286"/>
                  <a:pt x="696714" y="423793"/>
                  <a:pt x="520975" y="463376"/>
                </a:cubicBezTo>
                <a:cubicBezTo>
                  <a:pt x="345236" y="502959"/>
                  <a:pt x="177054" y="448912"/>
                  <a:pt x="0" y="463376"/>
                </a:cubicBezTo>
                <a:cubicBezTo>
                  <a:pt x="-17984" y="275307"/>
                  <a:pt x="44481" y="138826"/>
                  <a:pt x="0" y="0"/>
                </a:cubicBezTo>
                <a:close/>
              </a:path>
              <a:path extrusionOk="0" h="463376" w="1611264">
                <a:moveTo>
                  <a:pt x="0" y="0"/>
                </a:moveTo>
                <a:cubicBezTo>
                  <a:pt x="223226" y="-1358"/>
                  <a:pt x="339035" y="67745"/>
                  <a:pt x="569313" y="0"/>
                </a:cubicBezTo>
                <a:cubicBezTo>
                  <a:pt x="799591" y="-67745"/>
                  <a:pt x="990235" y="3431"/>
                  <a:pt x="1106401" y="0"/>
                </a:cubicBezTo>
                <a:cubicBezTo>
                  <a:pt x="1222567" y="-3431"/>
                  <a:pt x="1488541" y="4672"/>
                  <a:pt x="1611264" y="0"/>
                </a:cubicBezTo>
                <a:cubicBezTo>
                  <a:pt x="1627954" y="127862"/>
                  <a:pt x="1574745" y="247044"/>
                  <a:pt x="1611264" y="463376"/>
                </a:cubicBezTo>
                <a:cubicBezTo>
                  <a:pt x="1436768" y="477149"/>
                  <a:pt x="1340396" y="408017"/>
                  <a:pt x="1074176" y="463376"/>
                </a:cubicBezTo>
                <a:cubicBezTo>
                  <a:pt x="807956" y="518735"/>
                  <a:pt x="707838" y="456230"/>
                  <a:pt x="553201" y="463376"/>
                </a:cubicBezTo>
                <a:cubicBezTo>
                  <a:pt x="398564" y="470522"/>
                  <a:pt x="270333" y="416090"/>
                  <a:pt x="0" y="463376"/>
                </a:cubicBezTo>
                <a:cubicBezTo>
                  <a:pt x="-54951" y="349910"/>
                  <a:pt x="28269" y="123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174" name="Google Shape;174;p8"/>
          <p:cNvSpPr txBox="1"/>
          <p:nvPr/>
        </p:nvSpPr>
        <p:spPr>
          <a:xfrm>
            <a:off x="1703163" y="1758806"/>
            <a:ext cx="8161806" cy="15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DaysA = set(["Mon","Tue","Wed"])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DaysB = set(["Wed","Thu","Fri","Sat","Sun"])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AllDays = DaysA|DaysB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print(AllDays) 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5" name="Google Shape;175;p8"/>
          <p:cNvSpPr txBox="1"/>
          <p:nvPr/>
        </p:nvSpPr>
        <p:spPr>
          <a:xfrm>
            <a:off x="1703163" y="3956539"/>
            <a:ext cx="545534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{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'Wed', 'Fri', 'Tue', 'Mon', 'Thu’, ‘Sun’, 'Sat'</a:t>
            </a:r>
            <a:r>
              <a:rPr lang="en-US" sz="2000"/>
              <a:t>}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b="1" lang="en-US"/>
              <a:t>Intersection of Sets</a:t>
            </a:r>
            <a:endParaRPr/>
          </a:p>
        </p:txBody>
      </p:sp>
      <p:pic>
        <p:nvPicPr>
          <p:cNvPr descr="Logo&#10;&#10;Description automatically generated" id="181" name="Google Shape;18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23001" y="133437"/>
            <a:ext cx="1611264" cy="463376"/>
          </a:xfrm>
          <a:custGeom>
            <a:rect b="b" l="l" r="r" t="t"/>
            <a:pathLst>
              <a:path extrusionOk="0" fill="none" h="463376" w="1611264">
                <a:moveTo>
                  <a:pt x="0" y="0"/>
                </a:moveTo>
                <a:cubicBezTo>
                  <a:pt x="124880" y="-4825"/>
                  <a:pt x="255052" y="18735"/>
                  <a:pt x="504863" y="0"/>
                </a:cubicBezTo>
                <a:cubicBezTo>
                  <a:pt x="754674" y="-18735"/>
                  <a:pt x="864140" y="35260"/>
                  <a:pt x="1009725" y="0"/>
                </a:cubicBezTo>
                <a:cubicBezTo>
                  <a:pt x="1155310" y="-35260"/>
                  <a:pt x="1330447" y="57283"/>
                  <a:pt x="1611264" y="0"/>
                </a:cubicBezTo>
                <a:cubicBezTo>
                  <a:pt x="1622303" y="108444"/>
                  <a:pt x="1575953" y="327440"/>
                  <a:pt x="1611264" y="463376"/>
                </a:cubicBezTo>
                <a:cubicBezTo>
                  <a:pt x="1404313" y="518831"/>
                  <a:pt x="1293297" y="431466"/>
                  <a:pt x="1090289" y="463376"/>
                </a:cubicBezTo>
                <a:cubicBezTo>
                  <a:pt x="887281" y="495286"/>
                  <a:pt x="696714" y="423793"/>
                  <a:pt x="520975" y="463376"/>
                </a:cubicBezTo>
                <a:cubicBezTo>
                  <a:pt x="345236" y="502959"/>
                  <a:pt x="177054" y="448912"/>
                  <a:pt x="0" y="463376"/>
                </a:cubicBezTo>
                <a:cubicBezTo>
                  <a:pt x="-17984" y="275307"/>
                  <a:pt x="44481" y="138826"/>
                  <a:pt x="0" y="0"/>
                </a:cubicBezTo>
                <a:close/>
              </a:path>
              <a:path extrusionOk="0" h="463376" w="1611264">
                <a:moveTo>
                  <a:pt x="0" y="0"/>
                </a:moveTo>
                <a:cubicBezTo>
                  <a:pt x="223226" y="-1358"/>
                  <a:pt x="339035" y="67745"/>
                  <a:pt x="569313" y="0"/>
                </a:cubicBezTo>
                <a:cubicBezTo>
                  <a:pt x="799591" y="-67745"/>
                  <a:pt x="990235" y="3431"/>
                  <a:pt x="1106401" y="0"/>
                </a:cubicBezTo>
                <a:cubicBezTo>
                  <a:pt x="1222567" y="-3431"/>
                  <a:pt x="1488541" y="4672"/>
                  <a:pt x="1611264" y="0"/>
                </a:cubicBezTo>
                <a:cubicBezTo>
                  <a:pt x="1627954" y="127862"/>
                  <a:pt x="1574745" y="247044"/>
                  <a:pt x="1611264" y="463376"/>
                </a:cubicBezTo>
                <a:cubicBezTo>
                  <a:pt x="1436768" y="477149"/>
                  <a:pt x="1340396" y="408017"/>
                  <a:pt x="1074176" y="463376"/>
                </a:cubicBezTo>
                <a:cubicBezTo>
                  <a:pt x="807956" y="518735"/>
                  <a:pt x="707838" y="456230"/>
                  <a:pt x="553201" y="463376"/>
                </a:cubicBezTo>
                <a:cubicBezTo>
                  <a:pt x="398564" y="470522"/>
                  <a:pt x="270333" y="416090"/>
                  <a:pt x="0" y="463376"/>
                </a:cubicBezTo>
                <a:cubicBezTo>
                  <a:pt x="-54951" y="349910"/>
                  <a:pt x="28269" y="123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182" name="Google Shape;182;p10"/>
          <p:cNvSpPr txBox="1"/>
          <p:nvPr/>
        </p:nvSpPr>
        <p:spPr>
          <a:xfrm>
            <a:off x="1019908" y="1987062"/>
            <a:ext cx="9057288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DaysA = set(["Mon","Tue","Wed"])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DaysB = set(["Wed","Thu","Fri","Sat","Sun"])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AllDays = DaysA &amp; DaysB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print(AllDays)</a:t>
            </a:r>
            <a:endParaRPr/>
          </a:p>
        </p:txBody>
      </p:sp>
      <p:sp>
        <p:nvSpPr>
          <p:cNvPr id="183" name="Google Shape;183;p10"/>
          <p:cNvSpPr txBox="1"/>
          <p:nvPr/>
        </p:nvSpPr>
        <p:spPr>
          <a:xfrm>
            <a:off x="1143000" y="4396154"/>
            <a:ext cx="198002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{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'Wed'</a:t>
            </a:r>
            <a:r>
              <a:rPr lang="en-US" sz="2800"/>
              <a:t>}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b="1" lang="en-US"/>
              <a:t>Difference of Sets</a:t>
            </a:r>
            <a:endParaRPr/>
          </a:p>
        </p:txBody>
      </p:sp>
      <p:pic>
        <p:nvPicPr>
          <p:cNvPr descr="Logo&#10;&#10;Description automatically generated" id="189" name="Google Shape;18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23001" y="133437"/>
            <a:ext cx="1611264" cy="463376"/>
          </a:xfrm>
          <a:custGeom>
            <a:rect b="b" l="l" r="r" t="t"/>
            <a:pathLst>
              <a:path extrusionOk="0" fill="none" h="463376" w="1611264">
                <a:moveTo>
                  <a:pt x="0" y="0"/>
                </a:moveTo>
                <a:cubicBezTo>
                  <a:pt x="124880" y="-4825"/>
                  <a:pt x="255052" y="18735"/>
                  <a:pt x="504863" y="0"/>
                </a:cubicBezTo>
                <a:cubicBezTo>
                  <a:pt x="754674" y="-18735"/>
                  <a:pt x="864140" y="35260"/>
                  <a:pt x="1009725" y="0"/>
                </a:cubicBezTo>
                <a:cubicBezTo>
                  <a:pt x="1155310" y="-35260"/>
                  <a:pt x="1330447" y="57283"/>
                  <a:pt x="1611264" y="0"/>
                </a:cubicBezTo>
                <a:cubicBezTo>
                  <a:pt x="1622303" y="108444"/>
                  <a:pt x="1575953" y="327440"/>
                  <a:pt x="1611264" y="463376"/>
                </a:cubicBezTo>
                <a:cubicBezTo>
                  <a:pt x="1404313" y="518831"/>
                  <a:pt x="1293297" y="431466"/>
                  <a:pt x="1090289" y="463376"/>
                </a:cubicBezTo>
                <a:cubicBezTo>
                  <a:pt x="887281" y="495286"/>
                  <a:pt x="696714" y="423793"/>
                  <a:pt x="520975" y="463376"/>
                </a:cubicBezTo>
                <a:cubicBezTo>
                  <a:pt x="345236" y="502959"/>
                  <a:pt x="177054" y="448912"/>
                  <a:pt x="0" y="463376"/>
                </a:cubicBezTo>
                <a:cubicBezTo>
                  <a:pt x="-17984" y="275307"/>
                  <a:pt x="44481" y="138826"/>
                  <a:pt x="0" y="0"/>
                </a:cubicBezTo>
                <a:close/>
              </a:path>
              <a:path extrusionOk="0" h="463376" w="1611264">
                <a:moveTo>
                  <a:pt x="0" y="0"/>
                </a:moveTo>
                <a:cubicBezTo>
                  <a:pt x="223226" y="-1358"/>
                  <a:pt x="339035" y="67745"/>
                  <a:pt x="569313" y="0"/>
                </a:cubicBezTo>
                <a:cubicBezTo>
                  <a:pt x="799591" y="-67745"/>
                  <a:pt x="990235" y="3431"/>
                  <a:pt x="1106401" y="0"/>
                </a:cubicBezTo>
                <a:cubicBezTo>
                  <a:pt x="1222567" y="-3431"/>
                  <a:pt x="1488541" y="4672"/>
                  <a:pt x="1611264" y="0"/>
                </a:cubicBezTo>
                <a:cubicBezTo>
                  <a:pt x="1627954" y="127862"/>
                  <a:pt x="1574745" y="247044"/>
                  <a:pt x="1611264" y="463376"/>
                </a:cubicBezTo>
                <a:cubicBezTo>
                  <a:pt x="1436768" y="477149"/>
                  <a:pt x="1340396" y="408017"/>
                  <a:pt x="1074176" y="463376"/>
                </a:cubicBezTo>
                <a:cubicBezTo>
                  <a:pt x="807956" y="518735"/>
                  <a:pt x="707838" y="456230"/>
                  <a:pt x="553201" y="463376"/>
                </a:cubicBezTo>
                <a:cubicBezTo>
                  <a:pt x="398564" y="470522"/>
                  <a:pt x="270333" y="416090"/>
                  <a:pt x="0" y="463376"/>
                </a:cubicBezTo>
                <a:cubicBezTo>
                  <a:pt x="-54951" y="349910"/>
                  <a:pt x="28269" y="123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190" name="Google Shape;190;p9"/>
          <p:cNvSpPr txBox="1"/>
          <p:nvPr/>
        </p:nvSpPr>
        <p:spPr>
          <a:xfrm>
            <a:off x="1019908" y="1987062"/>
            <a:ext cx="9057288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DaysA = set(["Mon","Tue","Wed"])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DaysB = set(["Wed","Thu","Fri","Sat","Sun"])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AllDays = DaysA - DaysB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print(AllDays)</a:t>
            </a:r>
            <a:endParaRPr/>
          </a:p>
        </p:txBody>
      </p:sp>
      <p:sp>
        <p:nvSpPr>
          <p:cNvPr id="191" name="Google Shape;191;p9"/>
          <p:cNvSpPr txBox="1"/>
          <p:nvPr/>
        </p:nvSpPr>
        <p:spPr>
          <a:xfrm>
            <a:off x="1143000" y="4396154"/>
            <a:ext cx="299793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{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'Mon', 'Tue'</a:t>
            </a:r>
            <a:r>
              <a:rPr lang="en-US" sz="2800"/>
              <a:t>}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b="1" lang="en-US"/>
              <a:t>Compare Sets</a:t>
            </a:r>
            <a:endParaRPr/>
          </a:p>
        </p:txBody>
      </p:sp>
      <p:pic>
        <p:nvPicPr>
          <p:cNvPr descr="Logo&#10;&#10;Description automatically generated" id="197" name="Google Shape;19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23001" y="133437"/>
            <a:ext cx="1611264" cy="463376"/>
          </a:xfrm>
          <a:custGeom>
            <a:rect b="b" l="l" r="r" t="t"/>
            <a:pathLst>
              <a:path extrusionOk="0" fill="none" h="463376" w="1611264">
                <a:moveTo>
                  <a:pt x="0" y="0"/>
                </a:moveTo>
                <a:cubicBezTo>
                  <a:pt x="124880" y="-4825"/>
                  <a:pt x="255052" y="18735"/>
                  <a:pt x="504863" y="0"/>
                </a:cubicBezTo>
                <a:cubicBezTo>
                  <a:pt x="754674" y="-18735"/>
                  <a:pt x="864140" y="35260"/>
                  <a:pt x="1009725" y="0"/>
                </a:cubicBezTo>
                <a:cubicBezTo>
                  <a:pt x="1155310" y="-35260"/>
                  <a:pt x="1330447" y="57283"/>
                  <a:pt x="1611264" y="0"/>
                </a:cubicBezTo>
                <a:cubicBezTo>
                  <a:pt x="1622303" y="108444"/>
                  <a:pt x="1575953" y="327440"/>
                  <a:pt x="1611264" y="463376"/>
                </a:cubicBezTo>
                <a:cubicBezTo>
                  <a:pt x="1404313" y="518831"/>
                  <a:pt x="1293297" y="431466"/>
                  <a:pt x="1090289" y="463376"/>
                </a:cubicBezTo>
                <a:cubicBezTo>
                  <a:pt x="887281" y="495286"/>
                  <a:pt x="696714" y="423793"/>
                  <a:pt x="520975" y="463376"/>
                </a:cubicBezTo>
                <a:cubicBezTo>
                  <a:pt x="345236" y="502959"/>
                  <a:pt x="177054" y="448912"/>
                  <a:pt x="0" y="463376"/>
                </a:cubicBezTo>
                <a:cubicBezTo>
                  <a:pt x="-17984" y="275307"/>
                  <a:pt x="44481" y="138826"/>
                  <a:pt x="0" y="0"/>
                </a:cubicBezTo>
                <a:close/>
              </a:path>
              <a:path extrusionOk="0" h="463376" w="1611264">
                <a:moveTo>
                  <a:pt x="0" y="0"/>
                </a:moveTo>
                <a:cubicBezTo>
                  <a:pt x="223226" y="-1358"/>
                  <a:pt x="339035" y="67745"/>
                  <a:pt x="569313" y="0"/>
                </a:cubicBezTo>
                <a:cubicBezTo>
                  <a:pt x="799591" y="-67745"/>
                  <a:pt x="990235" y="3431"/>
                  <a:pt x="1106401" y="0"/>
                </a:cubicBezTo>
                <a:cubicBezTo>
                  <a:pt x="1222567" y="-3431"/>
                  <a:pt x="1488541" y="4672"/>
                  <a:pt x="1611264" y="0"/>
                </a:cubicBezTo>
                <a:cubicBezTo>
                  <a:pt x="1627954" y="127862"/>
                  <a:pt x="1574745" y="247044"/>
                  <a:pt x="1611264" y="463376"/>
                </a:cubicBezTo>
                <a:cubicBezTo>
                  <a:pt x="1436768" y="477149"/>
                  <a:pt x="1340396" y="408017"/>
                  <a:pt x="1074176" y="463376"/>
                </a:cubicBezTo>
                <a:cubicBezTo>
                  <a:pt x="807956" y="518735"/>
                  <a:pt x="707838" y="456230"/>
                  <a:pt x="553201" y="463376"/>
                </a:cubicBezTo>
                <a:cubicBezTo>
                  <a:pt x="398564" y="470522"/>
                  <a:pt x="270333" y="416090"/>
                  <a:pt x="0" y="463376"/>
                </a:cubicBezTo>
                <a:cubicBezTo>
                  <a:pt x="-54951" y="349910"/>
                  <a:pt x="28269" y="123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198" name="Google Shape;198;p11"/>
          <p:cNvSpPr txBox="1"/>
          <p:nvPr/>
        </p:nvSpPr>
        <p:spPr>
          <a:xfrm>
            <a:off x="610945" y="1922376"/>
            <a:ext cx="11423320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DaysA = set(["Mon","Tue","Wed"])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DaysB = set(["Mon","Tue","Wed","Thu","Fri","Sat","Sun"])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SubsetRes = DaysA &lt;= DaysB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SupersetRes = DaysB &gt;= DaysA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print(SubsetRes)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print(SupersetRes) </a:t>
            </a:r>
            <a:endParaRPr/>
          </a:p>
        </p:txBody>
      </p:sp>
      <p:sp>
        <p:nvSpPr>
          <p:cNvPr id="199" name="Google Shape;199;p11"/>
          <p:cNvSpPr txBox="1"/>
          <p:nvPr/>
        </p:nvSpPr>
        <p:spPr>
          <a:xfrm>
            <a:off x="5011616" y="5240216"/>
            <a:ext cx="1024639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True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True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BrushVTI">
  <a:themeElements>
    <a:clrScheme name="AnalogousFromDarkSeed_2SEEDS">
      <a:dk1>
        <a:srgbClr val="000000"/>
      </a:dk1>
      <a:lt1>
        <a:srgbClr val="FFFFFF"/>
      </a:lt1>
      <a:dk2>
        <a:srgbClr val="1B2C30"/>
      </a:dk2>
      <a:lt2>
        <a:srgbClr val="F3F1F0"/>
      </a:lt2>
      <a:accent1>
        <a:srgbClr val="17AED5"/>
      </a:accent1>
      <a:accent2>
        <a:srgbClr val="20B596"/>
      </a:accent2>
      <a:accent3>
        <a:srgbClr val="2971E7"/>
      </a:accent3>
      <a:accent4>
        <a:srgbClr val="D51731"/>
      </a:accent4>
      <a:accent5>
        <a:srgbClr val="E75E29"/>
      </a:accent5>
      <a:accent6>
        <a:srgbClr val="D19817"/>
      </a:accent6>
      <a:hlink>
        <a:srgbClr val="A14EC4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2021-11-24T14:43:08Z</dcterms:created>
  <dc:creator>M.M. Mahbubul Syeed</dc:creator>
</cp:coreProperties>
</file>